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59" r:id="rId6"/>
    <p:sldId id="268" r:id="rId7"/>
    <p:sldId id="260" r:id="rId8"/>
    <p:sldId id="261" r:id="rId9"/>
    <p:sldId id="269" r:id="rId10"/>
    <p:sldId id="266" r:id="rId11"/>
    <p:sldId id="267" r:id="rId12"/>
    <p:sldId id="27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491" autoAdjust="0"/>
  </p:normalViewPr>
  <p:slideViewPr>
    <p:cSldViewPr snapToGrid="0">
      <p:cViewPr varScale="1">
        <p:scale>
          <a:sx n="50" d="100"/>
          <a:sy n="50" d="100"/>
        </p:scale>
        <p:origin x="1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9A62D2-7ED8-4C1C-9542-D2A27DE170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05711D-25CC-490F-8E52-1D4993FE3F9E}">
      <dgm:prSet/>
      <dgm:spPr/>
      <dgm:t>
        <a:bodyPr/>
        <a:lstStyle/>
        <a:p>
          <a:pPr>
            <a:defRPr b="1"/>
          </a:pPr>
          <a:r>
            <a:rPr lang="en-US" b="1"/>
            <a:t>Project Purpose:</a:t>
          </a:r>
          <a:endParaRPr lang="en-US"/>
        </a:p>
      </dgm:t>
    </dgm:pt>
    <dgm:pt modelId="{DD932FDE-91EC-4136-9A37-1943F6B9B686}" type="parTrans" cxnId="{743F5035-6D29-4D36-876A-FF3E11D80F45}">
      <dgm:prSet/>
      <dgm:spPr/>
      <dgm:t>
        <a:bodyPr/>
        <a:lstStyle/>
        <a:p>
          <a:endParaRPr lang="en-US"/>
        </a:p>
      </dgm:t>
    </dgm:pt>
    <dgm:pt modelId="{DD16B8BD-6104-475F-8AAD-B6704020B115}" type="sibTrans" cxnId="{743F5035-6D29-4D36-876A-FF3E11D80F45}">
      <dgm:prSet/>
      <dgm:spPr/>
      <dgm:t>
        <a:bodyPr/>
        <a:lstStyle/>
        <a:p>
          <a:endParaRPr lang="en-US"/>
        </a:p>
      </dgm:t>
    </dgm:pt>
    <dgm:pt modelId="{2D87407C-102E-4774-B2B3-7B2CBB3B4EDE}">
      <dgm:prSet/>
      <dgm:spPr/>
      <dgm:t>
        <a:bodyPr/>
        <a:lstStyle/>
        <a:p>
          <a:r>
            <a:rPr lang="en-US"/>
            <a:t>Predict booking outcomes (</a:t>
          </a:r>
          <a:r>
            <a:rPr lang="en-US" i="1"/>
            <a:t>Completed</a:t>
          </a:r>
          <a:r>
            <a:rPr lang="en-US"/>
            <a:t>, </a:t>
          </a:r>
          <a:r>
            <a:rPr lang="en-US" i="1"/>
            <a:t>Cancelled</a:t>
          </a:r>
          <a:r>
            <a:rPr lang="en-US"/>
            <a:t>, </a:t>
          </a:r>
          <a:r>
            <a:rPr lang="en-US" i="1"/>
            <a:t>No-Show</a:t>
          </a:r>
          <a:r>
            <a:rPr lang="en-US"/>
            <a:t>).</a:t>
          </a:r>
        </a:p>
      </dgm:t>
    </dgm:pt>
    <dgm:pt modelId="{D4CCEDFF-F205-45A5-94A7-470985551E8C}" type="parTrans" cxnId="{AECC0393-60AB-426B-B47E-3B02BF000336}">
      <dgm:prSet/>
      <dgm:spPr/>
      <dgm:t>
        <a:bodyPr/>
        <a:lstStyle/>
        <a:p>
          <a:endParaRPr lang="en-US"/>
        </a:p>
      </dgm:t>
    </dgm:pt>
    <dgm:pt modelId="{28C455A5-0C2A-4418-A1A6-8C82B2B8FE5F}" type="sibTrans" cxnId="{AECC0393-60AB-426B-B47E-3B02BF000336}">
      <dgm:prSet/>
      <dgm:spPr/>
      <dgm:t>
        <a:bodyPr/>
        <a:lstStyle/>
        <a:p>
          <a:endParaRPr lang="en-US"/>
        </a:p>
      </dgm:t>
    </dgm:pt>
    <dgm:pt modelId="{8AE200E1-9222-4546-A34F-B8EC6795B822}">
      <dgm:prSet/>
      <dgm:spPr/>
      <dgm:t>
        <a:bodyPr/>
        <a:lstStyle/>
        <a:p>
          <a:r>
            <a:rPr lang="en-US"/>
            <a:t>Identify patterns to reduce cancellations and protect revenue.</a:t>
          </a:r>
        </a:p>
      </dgm:t>
    </dgm:pt>
    <dgm:pt modelId="{797CEA52-69F2-49F7-82BB-A1445A489576}" type="parTrans" cxnId="{48FFC1B2-A954-4F09-958B-95D924EFA2EC}">
      <dgm:prSet/>
      <dgm:spPr/>
      <dgm:t>
        <a:bodyPr/>
        <a:lstStyle/>
        <a:p>
          <a:endParaRPr lang="en-US"/>
        </a:p>
      </dgm:t>
    </dgm:pt>
    <dgm:pt modelId="{85B3D6E0-CAD9-48FD-9FB5-055F4470F14D}" type="sibTrans" cxnId="{48FFC1B2-A954-4F09-958B-95D924EFA2EC}">
      <dgm:prSet/>
      <dgm:spPr/>
      <dgm:t>
        <a:bodyPr/>
        <a:lstStyle/>
        <a:p>
          <a:endParaRPr lang="en-US"/>
        </a:p>
      </dgm:t>
    </dgm:pt>
    <dgm:pt modelId="{57ADBA43-7313-49CB-B423-37BBB2E56464}">
      <dgm:prSet/>
      <dgm:spPr/>
      <dgm:t>
        <a:bodyPr/>
        <a:lstStyle/>
        <a:p>
          <a:pPr>
            <a:defRPr b="1"/>
          </a:pPr>
          <a:r>
            <a:rPr lang="en-US" b="1"/>
            <a:t>My Contribution:</a:t>
          </a:r>
          <a:endParaRPr lang="en-US"/>
        </a:p>
      </dgm:t>
    </dgm:pt>
    <dgm:pt modelId="{4707B6C5-7E61-4E6A-AB70-94F275BD4FC4}" type="parTrans" cxnId="{D6A1EAB4-0D3F-4B84-8BD3-2FF373DDF567}">
      <dgm:prSet/>
      <dgm:spPr/>
      <dgm:t>
        <a:bodyPr/>
        <a:lstStyle/>
        <a:p>
          <a:endParaRPr lang="en-US"/>
        </a:p>
      </dgm:t>
    </dgm:pt>
    <dgm:pt modelId="{C35AE219-571D-4A29-9D27-A8C23858ED34}" type="sibTrans" cxnId="{D6A1EAB4-0D3F-4B84-8BD3-2FF373DDF567}">
      <dgm:prSet/>
      <dgm:spPr/>
      <dgm:t>
        <a:bodyPr/>
        <a:lstStyle/>
        <a:p>
          <a:endParaRPr lang="en-US"/>
        </a:p>
      </dgm:t>
    </dgm:pt>
    <dgm:pt modelId="{68DE5BCA-B9BB-463F-BF5A-90D57E68AF1B}">
      <dgm:prSet/>
      <dgm:spPr/>
      <dgm:t>
        <a:bodyPr/>
        <a:lstStyle/>
        <a:p>
          <a:r>
            <a:rPr lang="en-US"/>
            <a:t>Led </a:t>
          </a:r>
          <a:r>
            <a:rPr lang="en-US" b="1"/>
            <a:t>data cleaning</a:t>
          </a:r>
          <a:r>
            <a:rPr lang="en-US"/>
            <a:t> to prepare accurate, consistent datasets.</a:t>
          </a:r>
        </a:p>
      </dgm:t>
    </dgm:pt>
    <dgm:pt modelId="{F61742D3-35AC-4BFC-ACA3-170BABF35C29}" type="parTrans" cxnId="{A580803F-F149-40FB-892F-E7354BDA95C0}">
      <dgm:prSet/>
      <dgm:spPr/>
      <dgm:t>
        <a:bodyPr/>
        <a:lstStyle/>
        <a:p>
          <a:endParaRPr lang="en-US"/>
        </a:p>
      </dgm:t>
    </dgm:pt>
    <dgm:pt modelId="{4FD59B1B-1908-4784-A06C-7F3BCCA465D2}" type="sibTrans" cxnId="{A580803F-F149-40FB-892F-E7354BDA95C0}">
      <dgm:prSet/>
      <dgm:spPr/>
      <dgm:t>
        <a:bodyPr/>
        <a:lstStyle/>
        <a:p>
          <a:endParaRPr lang="en-US"/>
        </a:p>
      </dgm:t>
    </dgm:pt>
    <dgm:pt modelId="{6F8D1354-FF38-46A8-AAB7-3B4576E7D663}">
      <dgm:prSet/>
      <dgm:spPr/>
      <dgm:t>
        <a:bodyPr/>
        <a:lstStyle/>
        <a:p>
          <a:r>
            <a:rPr lang="en-US"/>
            <a:t>Designed and implemented </a:t>
          </a:r>
          <a:r>
            <a:rPr lang="en-US" b="1"/>
            <a:t>feature engineering</a:t>
          </a:r>
          <a:r>
            <a:rPr lang="en-US"/>
            <a:t> for better model inputs.</a:t>
          </a:r>
        </a:p>
      </dgm:t>
    </dgm:pt>
    <dgm:pt modelId="{B0A9E1C5-FE2C-4199-82FC-A29FF05A76B2}" type="parTrans" cxnId="{609A4686-BEA1-49C4-AE1F-3D6A9276CF2E}">
      <dgm:prSet/>
      <dgm:spPr/>
      <dgm:t>
        <a:bodyPr/>
        <a:lstStyle/>
        <a:p>
          <a:endParaRPr lang="en-US"/>
        </a:p>
      </dgm:t>
    </dgm:pt>
    <dgm:pt modelId="{5D3E4A38-7AE5-4176-A6CC-940518552B27}" type="sibTrans" cxnId="{609A4686-BEA1-49C4-AE1F-3D6A9276CF2E}">
      <dgm:prSet/>
      <dgm:spPr/>
      <dgm:t>
        <a:bodyPr/>
        <a:lstStyle/>
        <a:p>
          <a:endParaRPr lang="en-US"/>
        </a:p>
      </dgm:t>
    </dgm:pt>
    <dgm:pt modelId="{5256F306-BB71-4C47-AF71-E4AA66C3833C}" type="pres">
      <dgm:prSet presAssocID="{BC9A62D2-7ED8-4C1C-9542-D2A27DE170F6}" presName="root" presStyleCnt="0">
        <dgm:presLayoutVars>
          <dgm:dir/>
          <dgm:resizeHandles val="exact"/>
        </dgm:presLayoutVars>
      </dgm:prSet>
      <dgm:spPr/>
    </dgm:pt>
    <dgm:pt modelId="{FF9BD213-C160-4C88-A1A0-061EFD7A1CD0}" type="pres">
      <dgm:prSet presAssocID="{F805711D-25CC-490F-8E52-1D4993FE3F9E}" presName="compNode" presStyleCnt="0"/>
      <dgm:spPr/>
    </dgm:pt>
    <dgm:pt modelId="{892AAB9B-7846-487F-A4E4-4402D2F959C7}" type="pres">
      <dgm:prSet presAssocID="{F805711D-25CC-490F-8E52-1D4993FE3F9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ABF1D99C-B403-42C8-AC09-95580D164665}" type="pres">
      <dgm:prSet presAssocID="{F805711D-25CC-490F-8E52-1D4993FE3F9E}" presName="iconSpace" presStyleCnt="0"/>
      <dgm:spPr/>
    </dgm:pt>
    <dgm:pt modelId="{855F1CE1-E767-4D1F-8888-3C6DBD6B9364}" type="pres">
      <dgm:prSet presAssocID="{F805711D-25CC-490F-8E52-1D4993FE3F9E}" presName="parTx" presStyleLbl="revTx" presStyleIdx="0" presStyleCnt="4">
        <dgm:presLayoutVars>
          <dgm:chMax val="0"/>
          <dgm:chPref val="0"/>
        </dgm:presLayoutVars>
      </dgm:prSet>
      <dgm:spPr/>
    </dgm:pt>
    <dgm:pt modelId="{C8334B13-DF70-4B40-A524-24EE6A1A2803}" type="pres">
      <dgm:prSet presAssocID="{F805711D-25CC-490F-8E52-1D4993FE3F9E}" presName="txSpace" presStyleCnt="0"/>
      <dgm:spPr/>
    </dgm:pt>
    <dgm:pt modelId="{3B915153-DE72-4DC5-88D9-AF291DAB2510}" type="pres">
      <dgm:prSet presAssocID="{F805711D-25CC-490F-8E52-1D4993FE3F9E}" presName="desTx" presStyleLbl="revTx" presStyleIdx="1" presStyleCnt="4">
        <dgm:presLayoutVars/>
      </dgm:prSet>
      <dgm:spPr/>
    </dgm:pt>
    <dgm:pt modelId="{1D54EB8C-A6DE-4681-ABFB-D15A1F728C5C}" type="pres">
      <dgm:prSet presAssocID="{DD16B8BD-6104-475F-8AAD-B6704020B115}" presName="sibTrans" presStyleCnt="0"/>
      <dgm:spPr/>
    </dgm:pt>
    <dgm:pt modelId="{623E57DA-721B-458E-AB1F-A14A8AEB9240}" type="pres">
      <dgm:prSet presAssocID="{57ADBA43-7313-49CB-B423-37BBB2E56464}" presName="compNode" presStyleCnt="0"/>
      <dgm:spPr/>
    </dgm:pt>
    <dgm:pt modelId="{00185C33-1E0E-4C21-9077-AC693AC254EA}" type="pres">
      <dgm:prSet presAssocID="{57ADBA43-7313-49CB-B423-37BBB2E5646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2F3FBC6-E301-4B0B-8C59-5C6F1BCCF114}" type="pres">
      <dgm:prSet presAssocID="{57ADBA43-7313-49CB-B423-37BBB2E56464}" presName="iconSpace" presStyleCnt="0"/>
      <dgm:spPr/>
    </dgm:pt>
    <dgm:pt modelId="{D5DC2706-B1A4-4DCE-985D-ADF15FFCFC40}" type="pres">
      <dgm:prSet presAssocID="{57ADBA43-7313-49CB-B423-37BBB2E56464}" presName="parTx" presStyleLbl="revTx" presStyleIdx="2" presStyleCnt="4">
        <dgm:presLayoutVars>
          <dgm:chMax val="0"/>
          <dgm:chPref val="0"/>
        </dgm:presLayoutVars>
      </dgm:prSet>
      <dgm:spPr/>
    </dgm:pt>
    <dgm:pt modelId="{A8F886DA-2AAC-4106-9F10-EFD6E8503BCC}" type="pres">
      <dgm:prSet presAssocID="{57ADBA43-7313-49CB-B423-37BBB2E56464}" presName="txSpace" presStyleCnt="0"/>
      <dgm:spPr/>
    </dgm:pt>
    <dgm:pt modelId="{32C0F7EE-F172-4001-B347-E23642590CF8}" type="pres">
      <dgm:prSet presAssocID="{57ADBA43-7313-49CB-B423-37BBB2E56464}" presName="desTx" presStyleLbl="revTx" presStyleIdx="3" presStyleCnt="4">
        <dgm:presLayoutVars/>
      </dgm:prSet>
      <dgm:spPr/>
    </dgm:pt>
  </dgm:ptLst>
  <dgm:cxnLst>
    <dgm:cxn modelId="{6708D10F-79EF-4525-8BFA-B7768E6AA040}" type="presOf" srcId="{8AE200E1-9222-4546-A34F-B8EC6795B822}" destId="{3B915153-DE72-4DC5-88D9-AF291DAB2510}" srcOrd="0" destOrd="1" presId="urn:microsoft.com/office/officeart/2018/5/layout/CenteredIconLabelDescriptionList"/>
    <dgm:cxn modelId="{07B05B1C-6A95-4C05-99A1-E64D19C2775C}" type="presOf" srcId="{68DE5BCA-B9BB-463F-BF5A-90D57E68AF1B}" destId="{32C0F7EE-F172-4001-B347-E23642590CF8}" srcOrd="0" destOrd="0" presId="urn:microsoft.com/office/officeart/2018/5/layout/CenteredIconLabelDescriptionList"/>
    <dgm:cxn modelId="{743F5035-6D29-4D36-876A-FF3E11D80F45}" srcId="{BC9A62D2-7ED8-4C1C-9542-D2A27DE170F6}" destId="{F805711D-25CC-490F-8E52-1D4993FE3F9E}" srcOrd="0" destOrd="0" parTransId="{DD932FDE-91EC-4136-9A37-1943F6B9B686}" sibTransId="{DD16B8BD-6104-475F-8AAD-B6704020B115}"/>
    <dgm:cxn modelId="{A580803F-F149-40FB-892F-E7354BDA95C0}" srcId="{57ADBA43-7313-49CB-B423-37BBB2E56464}" destId="{68DE5BCA-B9BB-463F-BF5A-90D57E68AF1B}" srcOrd="0" destOrd="0" parTransId="{F61742D3-35AC-4BFC-ACA3-170BABF35C29}" sibTransId="{4FD59B1B-1908-4784-A06C-7F3BCCA465D2}"/>
    <dgm:cxn modelId="{6CD8BB6A-F8A8-4ACB-B7DF-255283486383}" type="presOf" srcId="{6F8D1354-FF38-46A8-AAB7-3B4576E7D663}" destId="{32C0F7EE-F172-4001-B347-E23642590CF8}" srcOrd="0" destOrd="1" presId="urn:microsoft.com/office/officeart/2018/5/layout/CenteredIconLabelDescriptionList"/>
    <dgm:cxn modelId="{BFDB126C-D705-4816-9434-C569341D5D0D}" type="presOf" srcId="{2D87407C-102E-4774-B2B3-7B2CBB3B4EDE}" destId="{3B915153-DE72-4DC5-88D9-AF291DAB2510}" srcOrd="0" destOrd="0" presId="urn:microsoft.com/office/officeart/2018/5/layout/CenteredIconLabelDescriptionList"/>
    <dgm:cxn modelId="{609A4686-BEA1-49C4-AE1F-3D6A9276CF2E}" srcId="{57ADBA43-7313-49CB-B423-37BBB2E56464}" destId="{6F8D1354-FF38-46A8-AAB7-3B4576E7D663}" srcOrd="1" destOrd="0" parTransId="{B0A9E1C5-FE2C-4199-82FC-A29FF05A76B2}" sibTransId="{5D3E4A38-7AE5-4176-A6CC-940518552B27}"/>
    <dgm:cxn modelId="{AECC0393-60AB-426B-B47E-3B02BF000336}" srcId="{F805711D-25CC-490F-8E52-1D4993FE3F9E}" destId="{2D87407C-102E-4774-B2B3-7B2CBB3B4EDE}" srcOrd="0" destOrd="0" parTransId="{D4CCEDFF-F205-45A5-94A7-470985551E8C}" sibTransId="{28C455A5-0C2A-4418-A1A6-8C82B2B8FE5F}"/>
    <dgm:cxn modelId="{48FFC1B2-A954-4F09-958B-95D924EFA2EC}" srcId="{F805711D-25CC-490F-8E52-1D4993FE3F9E}" destId="{8AE200E1-9222-4546-A34F-B8EC6795B822}" srcOrd="1" destOrd="0" parTransId="{797CEA52-69F2-49F7-82BB-A1445A489576}" sibTransId="{85B3D6E0-CAD9-48FD-9FB5-055F4470F14D}"/>
    <dgm:cxn modelId="{D6A1EAB4-0D3F-4B84-8BD3-2FF373DDF567}" srcId="{BC9A62D2-7ED8-4C1C-9542-D2A27DE170F6}" destId="{57ADBA43-7313-49CB-B423-37BBB2E56464}" srcOrd="1" destOrd="0" parTransId="{4707B6C5-7E61-4E6A-AB70-94F275BD4FC4}" sibTransId="{C35AE219-571D-4A29-9D27-A8C23858ED34}"/>
    <dgm:cxn modelId="{1F4AD7C2-2C09-4EE0-8591-BFD395745703}" type="presOf" srcId="{57ADBA43-7313-49CB-B423-37BBB2E56464}" destId="{D5DC2706-B1A4-4DCE-985D-ADF15FFCFC40}" srcOrd="0" destOrd="0" presId="urn:microsoft.com/office/officeart/2018/5/layout/CenteredIconLabelDescriptionList"/>
    <dgm:cxn modelId="{660508D3-11D7-46E3-BBD3-2426A38F8061}" type="presOf" srcId="{F805711D-25CC-490F-8E52-1D4993FE3F9E}" destId="{855F1CE1-E767-4D1F-8888-3C6DBD6B9364}" srcOrd="0" destOrd="0" presId="urn:microsoft.com/office/officeart/2018/5/layout/CenteredIconLabelDescriptionList"/>
    <dgm:cxn modelId="{253E29E0-B998-40DB-ABDE-50594A499E08}" type="presOf" srcId="{BC9A62D2-7ED8-4C1C-9542-D2A27DE170F6}" destId="{5256F306-BB71-4C47-AF71-E4AA66C3833C}" srcOrd="0" destOrd="0" presId="urn:microsoft.com/office/officeart/2018/5/layout/CenteredIconLabelDescriptionList"/>
    <dgm:cxn modelId="{F965A20C-1E67-44EF-8DEF-6F9889BFBAEB}" type="presParOf" srcId="{5256F306-BB71-4C47-AF71-E4AA66C3833C}" destId="{FF9BD213-C160-4C88-A1A0-061EFD7A1CD0}" srcOrd="0" destOrd="0" presId="urn:microsoft.com/office/officeart/2018/5/layout/CenteredIconLabelDescriptionList"/>
    <dgm:cxn modelId="{156D2FA5-73B2-4D09-B4F2-05BCF727356C}" type="presParOf" srcId="{FF9BD213-C160-4C88-A1A0-061EFD7A1CD0}" destId="{892AAB9B-7846-487F-A4E4-4402D2F959C7}" srcOrd="0" destOrd="0" presId="urn:microsoft.com/office/officeart/2018/5/layout/CenteredIconLabelDescriptionList"/>
    <dgm:cxn modelId="{7D552B41-88B0-4FAA-877C-9D379E1A4DCF}" type="presParOf" srcId="{FF9BD213-C160-4C88-A1A0-061EFD7A1CD0}" destId="{ABF1D99C-B403-42C8-AC09-95580D164665}" srcOrd="1" destOrd="0" presId="urn:microsoft.com/office/officeart/2018/5/layout/CenteredIconLabelDescriptionList"/>
    <dgm:cxn modelId="{6BF282A9-9EC4-41F1-BD80-26B4A7DFA4A8}" type="presParOf" srcId="{FF9BD213-C160-4C88-A1A0-061EFD7A1CD0}" destId="{855F1CE1-E767-4D1F-8888-3C6DBD6B9364}" srcOrd="2" destOrd="0" presId="urn:microsoft.com/office/officeart/2018/5/layout/CenteredIconLabelDescriptionList"/>
    <dgm:cxn modelId="{2419B96F-A2EA-45D4-AD04-AA934AFFAC91}" type="presParOf" srcId="{FF9BD213-C160-4C88-A1A0-061EFD7A1CD0}" destId="{C8334B13-DF70-4B40-A524-24EE6A1A2803}" srcOrd="3" destOrd="0" presId="urn:microsoft.com/office/officeart/2018/5/layout/CenteredIconLabelDescriptionList"/>
    <dgm:cxn modelId="{D8C3D04E-0ADA-42E2-A3C7-C38E11FC5977}" type="presParOf" srcId="{FF9BD213-C160-4C88-A1A0-061EFD7A1CD0}" destId="{3B915153-DE72-4DC5-88D9-AF291DAB2510}" srcOrd="4" destOrd="0" presId="urn:microsoft.com/office/officeart/2018/5/layout/CenteredIconLabelDescriptionList"/>
    <dgm:cxn modelId="{6E205831-A4FE-40D0-B152-C1983B09616F}" type="presParOf" srcId="{5256F306-BB71-4C47-AF71-E4AA66C3833C}" destId="{1D54EB8C-A6DE-4681-ABFB-D15A1F728C5C}" srcOrd="1" destOrd="0" presId="urn:microsoft.com/office/officeart/2018/5/layout/CenteredIconLabelDescriptionList"/>
    <dgm:cxn modelId="{44ED4533-D351-4BF2-838A-ADAA2483A500}" type="presParOf" srcId="{5256F306-BB71-4C47-AF71-E4AA66C3833C}" destId="{623E57DA-721B-458E-AB1F-A14A8AEB9240}" srcOrd="2" destOrd="0" presId="urn:microsoft.com/office/officeart/2018/5/layout/CenteredIconLabelDescriptionList"/>
    <dgm:cxn modelId="{5FDA3A74-89E6-4379-914F-1C2D666E5217}" type="presParOf" srcId="{623E57DA-721B-458E-AB1F-A14A8AEB9240}" destId="{00185C33-1E0E-4C21-9077-AC693AC254EA}" srcOrd="0" destOrd="0" presId="urn:microsoft.com/office/officeart/2018/5/layout/CenteredIconLabelDescriptionList"/>
    <dgm:cxn modelId="{A181F7CC-11AB-4F0E-AE8D-F20A67AEF29F}" type="presParOf" srcId="{623E57DA-721B-458E-AB1F-A14A8AEB9240}" destId="{42F3FBC6-E301-4B0B-8C59-5C6F1BCCF114}" srcOrd="1" destOrd="0" presId="urn:microsoft.com/office/officeart/2018/5/layout/CenteredIconLabelDescriptionList"/>
    <dgm:cxn modelId="{DF460B11-2DF0-4265-B211-E4C6D15894FC}" type="presParOf" srcId="{623E57DA-721B-458E-AB1F-A14A8AEB9240}" destId="{D5DC2706-B1A4-4DCE-985D-ADF15FFCFC40}" srcOrd="2" destOrd="0" presId="urn:microsoft.com/office/officeart/2018/5/layout/CenteredIconLabelDescriptionList"/>
    <dgm:cxn modelId="{ED000456-1F52-47EE-A1A8-2B9C7C9D9CD0}" type="presParOf" srcId="{623E57DA-721B-458E-AB1F-A14A8AEB9240}" destId="{A8F886DA-2AAC-4106-9F10-EFD6E8503BCC}" srcOrd="3" destOrd="0" presId="urn:microsoft.com/office/officeart/2018/5/layout/CenteredIconLabelDescriptionList"/>
    <dgm:cxn modelId="{B6E61CED-2A58-4210-A3D8-5654E9CC6A9F}" type="presParOf" srcId="{623E57DA-721B-458E-AB1F-A14A8AEB9240}" destId="{32C0F7EE-F172-4001-B347-E23642590CF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C8EBFF-EE98-4B76-BAEB-D70D3CF69F76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62DEC53-67C0-4908-8744-89DCD9189CB6}">
      <dgm:prSet/>
      <dgm:spPr/>
      <dgm:t>
        <a:bodyPr/>
        <a:lstStyle/>
        <a:p>
          <a:r>
            <a:rPr lang="en-US"/>
            <a:t>Goal:</a:t>
          </a:r>
        </a:p>
      </dgm:t>
    </dgm:pt>
    <dgm:pt modelId="{F3D285E2-1EBE-4EEA-8D2D-C471C546702C}" type="parTrans" cxnId="{F47CCA7D-D6E3-4EC9-92C7-B3A231CC15F1}">
      <dgm:prSet/>
      <dgm:spPr/>
      <dgm:t>
        <a:bodyPr/>
        <a:lstStyle/>
        <a:p>
          <a:endParaRPr lang="en-US"/>
        </a:p>
      </dgm:t>
    </dgm:pt>
    <dgm:pt modelId="{BE1B5E11-F04A-4FFF-ACF8-72DFAFE668EB}" type="sibTrans" cxnId="{F47CCA7D-D6E3-4EC9-92C7-B3A231CC15F1}">
      <dgm:prSet/>
      <dgm:spPr/>
      <dgm:t>
        <a:bodyPr/>
        <a:lstStyle/>
        <a:p>
          <a:endParaRPr lang="en-US"/>
        </a:p>
      </dgm:t>
    </dgm:pt>
    <dgm:pt modelId="{E214FB80-980E-408B-9402-DF18634CB480}">
      <dgm:prSet/>
      <dgm:spPr/>
      <dgm:t>
        <a:bodyPr/>
        <a:lstStyle/>
        <a:p>
          <a:r>
            <a:rPr lang="en-US"/>
            <a:t>identify key reasons influencing booking behavior to improve the hotel reservation system</a:t>
          </a:r>
        </a:p>
      </dgm:t>
    </dgm:pt>
    <dgm:pt modelId="{A32F4B97-4EA9-4C7B-A422-8EBD114F355A}" type="parTrans" cxnId="{F47F73E5-1177-4432-AF80-85F3DFB6FD7F}">
      <dgm:prSet/>
      <dgm:spPr/>
      <dgm:t>
        <a:bodyPr/>
        <a:lstStyle/>
        <a:p>
          <a:endParaRPr lang="en-US"/>
        </a:p>
      </dgm:t>
    </dgm:pt>
    <dgm:pt modelId="{8EFAE6B6-1B84-4CC1-8F9D-805898C73408}" type="sibTrans" cxnId="{F47F73E5-1177-4432-AF80-85F3DFB6FD7F}">
      <dgm:prSet/>
      <dgm:spPr/>
      <dgm:t>
        <a:bodyPr/>
        <a:lstStyle/>
        <a:p>
          <a:endParaRPr lang="en-US"/>
        </a:p>
      </dgm:t>
    </dgm:pt>
    <dgm:pt modelId="{46ED43F6-A7CA-47E0-8849-38BE3435F873}">
      <dgm:prSet/>
      <dgm:spPr/>
      <dgm:t>
        <a:bodyPr/>
        <a:lstStyle/>
        <a:p>
          <a:r>
            <a:rPr lang="en-US"/>
            <a:t>Focus: </a:t>
          </a:r>
        </a:p>
      </dgm:t>
    </dgm:pt>
    <dgm:pt modelId="{4ADD1BC1-2219-48AE-9F8B-61353BA086F4}" type="parTrans" cxnId="{DB0D48B0-73FE-42DD-819A-0D6723A1D6B7}">
      <dgm:prSet/>
      <dgm:spPr/>
      <dgm:t>
        <a:bodyPr/>
        <a:lstStyle/>
        <a:p>
          <a:endParaRPr lang="en-US"/>
        </a:p>
      </dgm:t>
    </dgm:pt>
    <dgm:pt modelId="{D81277AF-0113-429B-9C00-038DF0AE7DDF}" type="sibTrans" cxnId="{DB0D48B0-73FE-42DD-819A-0D6723A1D6B7}">
      <dgm:prSet/>
      <dgm:spPr/>
      <dgm:t>
        <a:bodyPr/>
        <a:lstStyle/>
        <a:p>
          <a:endParaRPr lang="en-US"/>
        </a:p>
      </dgm:t>
    </dgm:pt>
    <dgm:pt modelId="{C8A52A01-C9AE-4AD9-9BF5-1C13CC2DEE85}">
      <dgm:prSet/>
      <dgm:spPr/>
      <dgm:t>
        <a:bodyPr/>
        <a:lstStyle/>
        <a:p>
          <a:r>
            <a:rPr lang="en-US"/>
            <a:t>exploring historical data to uncover patterns in completed, cancelled and no-show bookings.</a:t>
          </a:r>
        </a:p>
      </dgm:t>
    </dgm:pt>
    <dgm:pt modelId="{8843130B-C61C-43FB-8C78-8BE12C71A6D6}" type="parTrans" cxnId="{CC908BE9-F21B-4C44-A246-F0B300F64B21}">
      <dgm:prSet/>
      <dgm:spPr/>
      <dgm:t>
        <a:bodyPr/>
        <a:lstStyle/>
        <a:p>
          <a:endParaRPr lang="en-US"/>
        </a:p>
      </dgm:t>
    </dgm:pt>
    <dgm:pt modelId="{A9B03437-84E4-4630-B516-C50F9923A279}" type="sibTrans" cxnId="{CC908BE9-F21B-4C44-A246-F0B300F64B21}">
      <dgm:prSet/>
      <dgm:spPr/>
      <dgm:t>
        <a:bodyPr/>
        <a:lstStyle/>
        <a:p>
          <a:endParaRPr lang="en-US"/>
        </a:p>
      </dgm:t>
    </dgm:pt>
    <dgm:pt modelId="{2F098CB0-7C8D-4105-B815-73D6D0BBFFDC}">
      <dgm:prSet/>
      <dgm:spPr/>
      <dgm:t>
        <a:bodyPr/>
        <a:lstStyle/>
        <a:p>
          <a:r>
            <a:rPr lang="en-US"/>
            <a:t>Approach :</a:t>
          </a:r>
        </a:p>
      </dgm:t>
    </dgm:pt>
    <dgm:pt modelId="{9275B948-38B3-4BD8-BB38-E6C9A378D734}" type="parTrans" cxnId="{CAC33F6A-7B22-4C99-9FC1-50617296FD1B}">
      <dgm:prSet/>
      <dgm:spPr/>
      <dgm:t>
        <a:bodyPr/>
        <a:lstStyle/>
        <a:p>
          <a:endParaRPr lang="en-US"/>
        </a:p>
      </dgm:t>
    </dgm:pt>
    <dgm:pt modelId="{A1318891-69E7-4662-8026-53555DE34FD2}" type="sibTrans" cxnId="{CAC33F6A-7B22-4C99-9FC1-50617296FD1B}">
      <dgm:prSet/>
      <dgm:spPr/>
      <dgm:t>
        <a:bodyPr/>
        <a:lstStyle/>
        <a:p>
          <a:endParaRPr lang="en-US"/>
        </a:p>
      </dgm:t>
    </dgm:pt>
    <dgm:pt modelId="{AB6F05DC-F1C3-444F-BA8E-A9A75B0B6593}">
      <dgm:prSet/>
      <dgm:spPr/>
      <dgm:t>
        <a:bodyPr/>
        <a:lstStyle/>
        <a:p>
          <a:r>
            <a:rPr lang="en-US"/>
            <a:t>Analyze booking patterns to optimize promotions and reduced cancellations</a:t>
          </a:r>
        </a:p>
      </dgm:t>
    </dgm:pt>
    <dgm:pt modelId="{B734287D-0119-4972-87F1-73B4EC2283DB}" type="parTrans" cxnId="{D3FE4C76-3C62-4A4E-9FA7-3FACD5B01DBE}">
      <dgm:prSet/>
      <dgm:spPr/>
      <dgm:t>
        <a:bodyPr/>
        <a:lstStyle/>
        <a:p>
          <a:endParaRPr lang="en-US"/>
        </a:p>
      </dgm:t>
    </dgm:pt>
    <dgm:pt modelId="{E66634CC-F9C6-47F6-A61C-ACE2372000A5}" type="sibTrans" cxnId="{D3FE4C76-3C62-4A4E-9FA7-3FACD5B01DBE}">
      <dgm:prSet/>
      <dgm:spPr/>
      <dgm:t>
        <a:bodyPr/>
        <a:lstStyle/>
        <a:p>
          <a:endParaRPr lang="en-US"/>
        </a:p>
      </dgm:t>
    </dgm:pt>
    <dgm:pt modelId="{2C26E5E5-2FD4-4A65-B5A0-A0055B628721}">
      <dgm:prSet/>
      <dgm:spPr/>
      <dgm:t>
        <a:bodyPr/>
        <a:lstStyle/>
        <a:p>
          <a:r>
            <a:rPr lang="en-US"/>
            <a:t>Outcome :</a:t>
          </a:r>
        </a:p>
      </dgm:t>
    </dgm:pt>
    <dgm:pt modelId="{86BB532D-27C8-4A8C-9AFA-59333233ECE6}" type="parTrans" cxnId="{5850B249-274C-4813-8654-77605F184A66}">
      <dgm:prSet/>
      <dgm:spPr/>
      <dgm:t>
        <a:bodyPr/>
        <a:lstStyle/>
        <a:p>
          <a:endParaRPr lang="en-US"/>
        </a:p>
      </dgm:t>
    </dgm:pt>
    <dgm:pt modelId="{C9402C3E-9BA9-4442-A9AE-E7AB8352A20F}" type="sibTrans" cxnId="{5850B249-274C-4813-8654-77605F184A66}">
      <dgm:prSet/>
      <dgm:spPr/>
      <dgm:t>
        <a:bodyPr/>
        <a:lstStyle/>
        <a:p>
          <a:endParaRPr lang="en-US"/>
        </a:p>
      </dgm:t>
    </dgm:pt>
    <dgm:pt modelId="{DCBD9C5B-8A95-4ED1-878E-8D9296877937}">
      <dgm:prSet/>
      <dgm:spPr/>
      <dgm:t>
        <a:bodyPr/>
        <a:lstStyle/>
        <a:p>
          <a:r>
            <a:rPr lang="en-US"/>
            <a:t>help management to optimize bookings and increase revenue </a:t>
          </a:r>
        </a:p>
      </dgm:t>
    </dgm:pt>
    <dgm:pt modelId="{03F148FD-E864-4737-B395-9ACB37E30398}" type="parTrans" cxnId="{8CF7A069-48D3-4FB1-9ACC-0343618F5B7F}">
      <dgm:prSet/>
      <dgm:spPr/>
      <dgm:t>
        <a:bodyPr/>
        <a:lstStyle/>
        <a:p>
          <a:endParaRPr lang="en-US"/>
        </a:p>
      </dgm:t>
    </dgm:pt>
    <dgm:pt modelId="{E4B82871-EE17-40D0-AA0D-04E6A9B4C4AA}" type="sibTrans" cxnId="{8CF7A069-48D3-4FB1-9ACC-0343618F5B7F}">
      <dgm:prSet/>
      <dgm:spPr/>
      <dgm:t>
        <a:bodyPr/>
        <a:lstStyle/>
        <a:p>
          <a:endParaRPr lang="en-US"/>
        </a:p>
      </dgm:t>
    </dgm:pt>
    <dgm:pt modelId="{99EF6DA5-6BD9-4374-8E8E-7010B23A401A}" type="pres">
      <dgm:prSet presAssocID="{80C8EBFF-EE98-4B76-BAEB-D70D3CF69F76}" presName="Name0" presStyleCnt="0">
        <dgm:presLayoutVars>
          <dgm:dir/>
          <dgm:animLvl val="lvl"/>
          <dgm:resizeHandles val="exact"/>
        </dgm:presLayoutVars>
      </dgm:prSet>
      <dgm:spPr/>
    </dgm:pt>
    <dgm:pt modelId="{405117F1-FD44-45C3-B45B-0DBD582EFF34}" type="pres">
      <dgm:prSet presAssocID="{862DEC53-67C0-4908-8744-89DCD9189CB6}" presName="composite" presStyleCnt="0"/>
      <dgm:spPr/>
    </dgm:pt>
    <dgm:pt modelId="{3CC48BBC-610B-4A1A-8CC6-735D16445799}" type="pres">
      <dgm:prSet presAssocID="{862DEC53-67C0-4908-8744-89DCD9189CB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BD40618-19E2-4E55-90A4-B77C6BD6E0DE}" type="pres">
      <dgm:prSet presAssocID="{862DEC53-67C0-4908-8744-89DCD9189CB6}" presName="desTx" presStyleLbl="alignAccFollowNode1" presStyleIdx="0" presStyleCnt="4">
        <dgm:presLayoutVars>
          <dgm:bulletEnabled val="1"/>
        </dgm:presLayoutVars>
      </dgm:prSet>
      <dgm:spPr/>
    </dgm:pt>
    <dgm:pt modelId="{3FFEEC09-0B86-42D7-9B35-E33631C5285C}" type="pres">
      <dgm:prSet presAssocID="{BE1B5E11-F04A-4FFF-ACF8-72DFAFE668EB}" presName="space" presStyleCnt="0"/>
      <dgm:spPr/>
    </dgm:pt>
    <dgm:pt modelId="{0240840D-38F7-45A6-81E1-1399F2537430}" type="pres">
      <dgm:prSet presAssocID="{46ED43F6-A7CA-47E0-8849-38BE3435F873}" presName="composite" presStyleCnt="0"/>
      <dgm:spPr/>
    </dgm:pt>
    <dgm:pt modelId="{71D3FD48-9A4D-46A9-BE52-2CAB06A4C4BD}" type="pres">
      <dgm:prSet presAssocID="{46ED43F6-A7CA-47E0-8849-38BE3435F87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9A80C689-04F3-4D12-B97C-141C9162B202}" type="pres">
      <dgm:prSet presAssocID="{46ED43F6-A7CA-47E0-8849-38BE3435F873}" presName="desTx" presStyleLbl="alignAccFollowNode1" presStyleIdx="1" presStyleCnt="4">
        <dgm:presLayoutVars>
          <dgm:bulletEnabled val="1"/>
        </dgm:presLayoutVars>
      </dgm:prSet>
      <dgm:spPr/>
    </dgm:pt>
    <dgm:pt modelId="{235B91ED-9974-44D7-A3D1-8F20D951237E}" type="pres">
      <dgm:prSet presAssocID="{D81277AF-0113-429B-9C00-038DF0AE7DDF}" presName="space" presStyleCnt="0"/>
      <dgm:spPr/>
    </dgm:pt>
    <dgm:pt modelId="{0C47AB1C-BFE0-4915-BB14-B4BEFCB90376}" type="pres">
      <dgm:prSet presAssocID="{2F098CB0-7C8D-4105-B815-73D6D0BBFFDC}" presName="composite" presStyleCnt="0"/>
      <dgm:spPr/>
    </dgm:pt>
    <dgm:pt modelId="{D57CDD26-34DE-45F8-A69B-A8147E85C004}" type="pres">
      <dgm:prSet presAssocID="{2F098CB0-7C8D-4105-B815-73D6D0BBFFD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9FFAF149-4322-4C80-963F-2BDA80D8DE96}" type="pres">
      <dgm:prSet presAssocID="{2F098CB0-7C8D-4105-B815-73D6D0BBFFDC}" presName="desTx" presStyleLbl="alignAccFollowNode1" presStyleIdx="2" presStyleCnt="4">
        <dgm:presLayoutVars>
          <dgm:bulletEnabled val="1"/>
        </dgm:presLayoutVars>
      </dgm:prSet>
      <dgm:spPr/>
    </dgm:pt>
    <dgm:pt modelId="{A23FCD89-4CD6-48C3-B8F5-11A0BBF39363}" type="pres">
      <dgm:prSet presAssocID="{A1318891-69E7-4662-8026-53555DE34FD2}" presName="space" presStyleCnt="0"/>
      <dgm:spPr/>
    </dgm:pt>
    <dgm:pt modelId="{280AE804-48D8-41B3-9A61-A86E0D00B820}" type="pres">
      <dgm:prSet presAssocID="{2C26E5E5-2FD4-4A65-B5A0-A0055B628721}" presName="composite" presStyleCnt="0"/>
      <dgm:spPr/>
    </dgm:pt>
    <dgm:pt modelId="{79E3D718-6620-479F-9882-B4AF3A914C4A}" type="pres">
      <dgm:prSet presAssocID="{2C26E5E5-2FD4-4A65-B5A0-A0055B62872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9B66FA40-20DE-47D2-AD55-83A7FD8CD3E8}" type="pres">
      <dgm:prSet presAssocID="{2C26E5E5-2FD4-4A65-B5A0-A0055B62872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CD22F0C-8C9D-4845-AEA9-95C78C396FFE}" type="presOf" srcId="{46ED43F6-A7CA-47E0-8849-38BE3435F873}" destId="{71D3FD48-9A4D-46A9-BE52-2CAB06A4C4BD}" srcOrd="0" destOrd="0" presId="urn:microsoft.com/office/officeart/2005/8/layout/hList1"/>
    <dgm:cxn modelId="{FC3EA133-89CF-4A4C-9A8B-325B147AE033}" type="presOf" srcId="{862DEC53-67C0-4908-8744-89DCD9189CB6}" destId="{3CC48BBC-610B-4A1A-8CC6-735D16445799}" srcOrd="0" destOrd="0" presId="urn:microsoft.com/office/officeart/2005/8/layout/hList1"/>
    <dgm:cxn modelId="{525D023E-6033-4111-ABA7-214804516151}" type="presOf" srcId="{2C26E5E5-2FD4-4A65-B5A0-A0055B628721}" destId="{79E3D718-6620-479F-9882-B4AF3A914C4A}" srcOrd="0" destOrd="0" presId="urn:microsoft.com/office/officeart/2005/8/layout/hList1"/>
    <dgm:cxn modelId="{0C2B3E49-DF20-46F2-BA0B-7C251A327330}" type="presOf" srcId="{E214FB80-980E-408B-9402-DF18634CB480}" destId="{0BD40618-19E2-4E55-90A4-B77C6BD6E0DE}" srcOrd="0" destOrd="0" presId="urn:microsoft.com/office/officeart/2005/8/layout/hList1"/>
    <dgm:cxn modelId="{477E6349-1CAD-4172-9DAF-7E25FB7801BC}" type="presOf" srcId="{C8A52A01-C9AE-4AD9-9BF5-1C13CC2DEE85}" destId="{9A80C689-04F3-4D12-B97C-141C9162B202}" srcOrd="0" destOrd="0" presId="urn:microsoft.com/office/officeart/2005/8/layout/hList1"/>
    <dgm:cxn modelId="{8CF7A069-48D3-4FB1-9ACC-0343618F5B7F}" srcId="{2C26E5E5-2FD4-4A65-B5A0-A0055B628721}" destId="{DCBD9C5B-8A95-4ED1-878E-8D9296877937}" srcOrd="0" destOrd="0" parTransId="{03F148FD-E864-4737-B395-9ACB37E30398}" sibTransId="{E4B82871-EE17-40D0-AA0D-04E6A9B4C4AA}"/>
    <dgm:cxn modelId="{5850B249-274C-4813-8654-77605F184A66}" srcId="{80C8EBFF-EE98-4B76-BAEB-D70D3CF69F76}" destId="{2C26E5E5-2FD4-4A65-B5A0-A0055B628721}" srcOrd="3" destOrd="0" parTransId="{86BB532D-27C8-4A8C-9AFA-59333233ECE6}" sibTransId="{C9402C3E-9BA9-4442-A9AE-E7AB8352A20F}"/>
    <dgm:cxn modelId="{CAC33F6A-7B22-4C99-9FC1-50617296FD1B}" srcId="{80C8EBFF-EE98-4B76-BAEB-D70D3CF69F76}" destId="{2F098CB0-7C8D-4105-B815-73D6D0BBFFDC}" srcOrd="2" destOrd="0" parTransId="{9275B948-38B3-4BD8-BB38-E6C9A378D734}" sibTransId="{A1318891-69E7-4662-8026-53555DE34FD2}"/>
    <dgm:cxn modelId="{7B35494F-E085-4B8C-BCA5-548E8087E4B0}" type="presOf" srcId="{DCBD9C5B-8A95-4ED1-878E-8D9296877937}" destId="{9B66FA40-20DE-47D2-AD55-83A7FD8CD3E8}" srcOrd="0" destOrd="0" presId="urn:microsoft.com/office/officeart/2005/8/layout/hList1"/>
    <dgm:cxn modelId="{D3FE4C76-3C62-4A4E-9FA7-3FACD5B01DBE}" srcId="{2F098CB0-7C8D-4105-B815-73D6D0BBFFDC}" destId="{AB6F05DC-F1C3-444F-BA8E-A9A75B0B6593}" srcOrd="0" destOrd="0" parTransId="{B734287D-0119-4972-87F1-73B4EC2283DB}" sibTransId="{E66634CC-F9C6-47F6-A61C-ACE2372000A5}"/>
    <dgm:cxn modelId="{F47CCA7D-D6E3-4EC9-92C7-B3A231CC15F1}" srcId="{80C8EBFF-EE98-4B76-BAEB-D70D3CF69F76}" destId="{862DEC53-67C0-4908-8744-89DCD9189CB6}" srcOrd="0" destOrd="0" parTransId="{F3D285E2-1EBE-4EEA-8D2D-C471C546702C}" sibTransId="{BE1B5E11-F04A-4FFF-ACF8-72DFAFE668EB}"/>
    <dgm:cxn modelId="{DB0D48B0-73FE-42DD-819A-0D6723A1D6B7}" srcId="{80C8EBFF-EE98-4B76-BAEB-D70D3CF69F76}" destId="{46ED43F6-A7CA-47E0-8849-38BE3435F873}" srcOrd="1" destOrd="0" parTransId="{4ADD1BC1-2219-48AE-9F8B-61353BA086F4}" sibTransId="{D81277AF-0113-429B-9C00-038DF0AE7DDF}"/>
    <dgm:cxn modelId="{5A73B6DC-9655-48CA-B951-A505115FB7A0}" type="presOf" srcId="{2F098CB0-7C8D-4105-B815-73D6D0BBFFDC}" destId="{D57CDD26-34DE-45F8-A69B-A8147E85C004}" srcOrd="0" destOrd="0" presId="urn:microsoft.com/office/officeart/2005/8/layout/hList1"/>
    <dgm:cxn modelId="{F47F73E5-1177-4432-AF80-85F3DFB6FD7F}" srcId="{862DEC53-67C0-4908-8744-89DCD9189CB6}" destId="{E214FB80-980E-408B-9402-DF18634CB480}" srcOrd="0" destOrd="0" parTransId="{A32F4B97-4EA9-4C7B-A422-8EBD114F355A}" sibTransId="{8EFAE6B6-1B84-4CC1-8F9D-805898C73408}"/>
    <dgm:cxn modelId="{CC908BE9-F21B-4C44-A246-F0B300F64B21}" srcId="{46ED43F6-A7CA-47E0-8849-38BE3435F873}" destId="{C8A52A01-C9AE-4AD9-9BF5-1C13CC2DEE85}" srcOrd="0" destOrd="0" parTransId="{8843130B-C61C-43FB-8C78-8BE12C71A6D6}" sibTransId="{A9B03437-84E4-4630-B516-C50F9923A279}"/>
    <dgm:cxn modelId="{1C2408F2-532A-4CA2-A893-BD27CDFA2D52}" type="presOf" srcId="{AB6F05DC-F1C3-444F-BA8E-A9A75B0B6593}" destId="{9FFAF149-4322-4C80-963F-2BDA80D8DE96}" srcOrd="0" destOrd="0" presId="urn:microsoft.com/office/officeart/2005/8/layout/hList1"/>
    <dgm:cxn modelId="{245D21F3-A37A-4618-8BAE-F941781F01DC}" type="presOf" srcId="{80C8EBFF-EE98-4B76-BAEB-D70D3CF69F76}" destId="{99EF6DA5-6BD9-4374-8E8E-7010B23A401A}" srcOrd="0" destOrd="0" presId="urn:microsoft.com/office/officeart/2005/8/layout/hList1"/>
    <dgm:cxn modelId="{AE81F6D0-5D15-4B1B-BC22-2C8FF46CB1B2}" type="presParOf" srcId="{99EF6DA5-6BD9-4374-8E8E-7010B23A401A}" destId="{405117F1-FD44-45C3-B45B-0DBD582EFF34}" srcOrd="0" destOrd="0" presId="urn:microsoft.com/office/officeart/2005/8/layout/hList1"/>
    <dgm:cxn modelId="{C9CCEF5C-2CB2-4E22-B959-4581CF76592C}" type="presParOf" srcId="{405117F1-FD44-45C3-B45B-0DBD582EFF34}" destId="{3CC48BBC-610B-4A1A-8CC6-735D16445799}" srcOrd="0" destOrd="0" presId="urn:microsoft.com/office/officeart/2005/8/layout/hList1"/>
    <dgm:cxn modelId="{7BC4971B-04E6-408C-A4AE-EFC8805A78B6}" type="presParOf" srcId="{405117F1-FD44-45C3-B45B-0DBD582EFF34}" destId="{0BD40618-19E2-4E55-90A4-B77C6BD6E0DE}" srcOrd="1" destOrd="0" presId="urn:microsoft.com/office/officeart/2005/8/layout/hList1"/>
    <dgm:cxn modelId="{6D2A0341-8D73-4014-8219-7596A3A41D3E}" type="presParOf" srcId="{99EF6DA5-6BD9-4374-8E8E-7010B23A401A}" destId="{3FFEEC09-0B86-42D7-9B35-E33631C5285C}" srcOrd="1" destOrd="0" presId="urn:microsoft.com/office/officeart/2005/8/layout/hList1"/>
    <dgm:cxn modelId="{58FB1721-1D04-4E9C-B031-A84FDD0FA7F6}" type="presParOf" srcId="{99EF6DA5-6BD9-4374-8E8E-7010B23A401A}" destId="{0240840D-38F7-45A6-81E1-1399F2537430}" srcOrd="2" destOrd="0" presId="urn:microsoft.com/office/officeart/2005/8/layout/hList1"/>
    <dgm:cxn modelId="{558272B9-19E6-498A-ACE9-E2E846071D79}" type="presParOf" srcId="{0240840D-38F7-45A6-81E1-1399F2537430}" destId="{71D3FD48-9A4D-46A9-BE52-2CAB06A4C4BD}" srcOrd="0" destOrd="0" presId="urn:microsoft.com/office/officeart/2005/8/layout/hList1"/>
    <dgm:cxn modelId="{33FD398D-AF9E-40B0-B960-909DFF032846}" type="presParOf" srcId="{0240840D-38F7-45A6-81E1-1399F2537430}" destId="{9A80C689-04F3-4D12-B97C-141C9162B202}" srcOrd="1" destOrd="0" presId="urn:microsoft.com/office/officeart/2005/8/layout/hList1"/>
    <dgm:cxn modelId="{FAF9E220-8086-4959-8F2E-EC193EFA592C}" type="presParOf" srcId="{99EF6DA5-6BD9-4374-8E8E-7010B23A401A}" destId="{235B91ED-9974-44D7-A3D1-8F20D951237E}" srcOrd="3" destOrd="0" presId="urn:microsoft.com/office/officeart/2005/8/layout/hList1"/>
    <dgm:cxn modelId="{CE434803-3E5D-4321-9BE4-640BA315E157}" type="presParOf" srcId="{99EF6DA5-6BD9-4374-8E8E-7010B23A401A}" destId="{0C47AB1C-BFE0-4915-BB14-B4BEFCB90376}" srcOrd="4" destOrd="0" presId="urn:microsoft.com/office/officeart/2005/8/layout/hList1"/>
    <dgm:cxn modelId="{221F9859-5330-46A1-A5D1-5E1E98F4151A}" type="presParOf" srcId="{0C47AB1C-BFE0-4915-BB14-B4BEFCB90376}" destId="{D57CDD26-34DE-45F8-A69B-A8147E85C004}" srcOrd="0" destOrd="0" presId="urn:microsoft.com/office/officeart/2005/8/layout/hList1"/>
    <dgm:cxn modelId="{96E65D23-2DF6-409B-88E0-CB27A3FFF358}" type="presParOf" srcId="{0C47AB1C-BFE0-4915-BB14-B4BEFCB90376}" destId="{9FFAF149-4322-4C80-963F-2BDA80D8DE96}" srcOrd="1" destOrd="0" presId="urn:microsoft.com/office/officeart/2005/8/layout/hList1"/>
    <dgm:cxn modelId="{57A0E893-C944-40DA-92A0-99F0C1D6F443}" type="presParOf" srcId="{99EF6DA5-6BD9-4374-8E8E-7010B23A401A}" destId="{A23FCD89-4CD6-48C3-B8F5-11A0BBF39363}" srcOrd="5" destOrd="0" presId="urn:microsoft.com/office/officeart/2005/8/layout/hList1"/>
    <dgm:cxn modelId="{96B3AEB8-4D2F-4726-B8B5-B86B7B069A49}" type="presParOf" srcId="{99EF6DA5-6BD9-4374-8E8E-7010B23A401A}" destId="{280AE804-48D8-41B3-9A61-A86E0D00B820}" srcOrd="6" destOrd="0" presId="urn:microsoft.com/office/officeart/2005/8/layout/hList1"/>
    <dgm:cxn modelId="{4AA27501-3871-4E03-9302-1CAFA818D93F}" type="presParOf" srcId="{280AE804-48D8-41B3-9A61-A86E0D00B820}" destId="{79E3D718-6620-479F-9882-B4AF3A914C4A}" srcOrd="0" destOrd="0" presId="urn:microsoft.com/office/officeart/2005/8/layout/hList1"/>
    <dgm:cxn modelId="{3B73EA3A-BD46-40C1-B08A-5653BD8124FD}" type="presParOf" srcId="{280AE804-48D8-41B3-9A61-A86E0D00B820}" destId="{9B66FA40-20DE-47D2-AD55-83A7FD8CD3E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7E3635-9B49-498E-8D6B-75726A9C302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2CCD39-3CA9-4FEA-8A94-B696E21F04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Records: 200,000 synthetic hotel bookings</a:t>
          </a:r>
        </a:p>
      </dgm:t>
    </dgm:pt>
    <dgm:pt modelId="{2234B291-3433-4795-8039-A64F1DA7676E}" type="parTrans" cxnId="{997D5568-ED0B-4C34-B862-A6EB1E4A4CE3}">
      <dgm:prSet/>
      <dgm:spPr/>
      <dgm:t>
        <a:bodyPr/>
        <a:lstStyle/>
        <a:p>
          <a:endParaRPr lang="en-US"/>
        </a:p>
      </dgm:t>
    </dgm:pt>
    <dgm:pt modelId="{4A5B433A-9E9A-4E06-BE1B-307F6F3E677C}" type="sibTrans" cxnId="{997D5568-ED0B-4C34-B862-A6EB1E4A4CE3}">
      <dgm:prSet/>
      <dgm:spPr/>
      <dgm:t>
        <a:bodyPr/>
        <a:lstStyle/>
        <a:p>
          <a:endParaRPr lang="en-US"/>
        </a:p>
      </dgm:t>
    </dgm:pt>
    <dgm:pt modelId="{B1867F00-75B7-4A51-8CD0-AECFF253E3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Variables: 25 </a:t>
          </a:r>
        </a:p>
      </dgm:t>
    </dgm:pt>
    <dgm:pt modelId="{17E8751C-F8D0-48F0-AF58-E27DBB6B6EE4}" type="parTrans" cxnId="{A411722C-40AB-4EAA-96AD-EA96169298C9}">
      <dgm:prSet/>
      <dgm:spPr/>
      <dgm:t>
        <a:bodyPr/>
        <a:lstStyle/>
        <a:p>
          <a:endParaRPr lang="en-US"/>
        </a:p>
      </dgm:t>
    </dgm:pt>
    <dgm:pt modelId="{7FF9BBAC-D8EC-4097-87A6-0629F21272B0}" type="sibTrans" cxnId="{A411722C-40AB-4EAA-96AD-EA96169298C9}">
      <dgm:prSet/>
      <dgm:spPr/>
      <dgm:t>
        <a:bodyPr/>
        <a:lstStyle/>
        <a:p>
          <a:endParaRPr lang="en-US"/>
        </a:p>
      </dgm:t>
    </dgm:pt>
    <dgm:pt modelId="{1ABC52B9-8C1E-4AA0-89DA-8FFFE3A999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Targets: </a:t>
          </a:r>
        </a:p>
      </dgm:t>
    </dgm:pt>
    <dgm:pt modelId="{F7383F48-01AB-4183-B19F-89533A48BEC0}" type="parTrans" cxnId="{A06E64A4-B40B-44B2-A1A2-4DEAE711C858}">
      <dgm:prSet/>
      <dgm:spPr/>
      <dgm:t>
        <a:bodyPr/>
        <a:lstStyle/>
        <a:p>
          <a:endParaRPr lang="en-US"/>
        </a:p>
      </dgm:t>
    </dgm:pt>
    <dgm:pt modelId="{D24F74A3-E317-4DBA-85D8-9BD8C63380F5}" type="sibTrans" cxnId="{A06E64A4-B40B-44B2-A1A2-4DEAE711C858}">
      <dgm:prSet/>
      <dgm:spPr/>
      <dgm:t>
        <a:bodyPr/>
        <a:lstStyle/>
        <a:p>
          <a:endParaRPr lang="en-US"/>
        </a:p>
      </dgm:t>
    </dgm:pt>
    <dgm:pt modelId="{F3A25F94-A680-4681-AB6E-CFCB232E9F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 err="1"/>
            <a:t>target_class</a:t>
          </a:r>
          <a:r>
            <a:rPr lang="en-US" sz="1400" b="1" dirty="0"/>
            <a:t>: booking outcome</a:t>
          </a:r>
        </a:p>
      </dgm:t>
    </dgm:pt>
    <dgm:pt modelId="{7365AD7F-EB88-40A1-B1F5-071CF9F60E64}" type="parTrans" cxnId="{1EAB2943-2E8C-416A-850B-0AC51BFE0E34}">
      <dgm:prSet/>
      <dgm:spPr/>
      <dgm:t>
        <a:bodyPr/>
        <a:lstStyle/>
        <a:p>
          <a:endParaRPr lang="en-US"/>
        </a:p>
      </dgm:t>
    </dgm:pt>
    <dgm:pt modelId="{EE65ED67-F8E7-439A-BD0A-4E9E1370C387}" type="sibTrans" cxnId="{1EAB2943-2E8C-416A-850B-0AC51BFE0E34}">
      <dgm:prSet/>
      <dgm:spPr/>
      <dgm:t>
        <a:bodyPr/>
        <a:lstStyle/>
        <a:p>
          <a:endParaRPr lang="en-US"/>
        </a:p>
      </dgm:t>
    </dgm:pt>
    <dgm:pt modelId="{8B3D09B7-002C-462C-8595-EC68C70E61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 err="1"/>
            <a:t>Target_value</a:t>
          </a:r>
          <a:r>
            <a:rPr lang="en-US" sz="1400" b="1" dirty="0"/>
            <a:t>: realized revenue</a:t>
          </a:r>
        </a:p>
      </dgm:t>
    </dgm:pt>
    <dgm:pt modelId="{00C01DFF-75C6-4ACB-8D64-E72A690F1505}" type="parTrans" cxnId="{05603E0C-A2D9-4802-952A-11B9D8D4E77C}">
      <dgm:prSet/>
      <dgm:spPr/>
      <dgm:t>
        <a:bodyPr/>
        <a:lstStyle/>
        <a:p>
          <a:endParaRPr lang="en-US"/>
        </a:p>
      </dgm:t>
    </dgm:pt>
    <dgm:pt modelId="{E7434078-6B9D-46F9-AA35-0FCCF9B3F437}" type="sibTrans" cxnId="{05603E0C-A2D9-4802-952A-11B9D8D4E77C}">
      <dgm:prSet/>
      <dgm:spPr/>
      <dgm:t>
        <a:bodyPr/>
        <a:lstStyle/>
        <a:p>
          <a:endParaRPr lang="en-US"/>
        </a:p>
      </dgm:t>
    </dgm:pt>
    <dgm:pt modelId="{A3E01C00-92BC-4912-8CA8-1299AF3696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Types : </a:t>
          </a:r>
        </a:p>
      </dgm:t>
    </dgm:pt>
    <dgm:pt modelId="{458D6791-99BC-4E7A-AB7D-AC4851FAAF36}" type="parTrans" cxnId="{AAAEAC24-9C4A-414E-924D-0F97DBD37598}">
      <dgm:prSet/>
      <dgm:spPr/>
      <dgm:t>
        <a:bodyPr/>
        <a:lstStyle/>
        <a:p>
          <a:endParaRPr lang="en-US"/>
        </a:p>
      </dgm:t>
    </dgm:pt>
    <dgm:pt modelId="{506FC38F-4E39-464B-B6B1-3FA86D523D2F}" type="sibTrans" cxnId="{AAAEAC24-9C4A-414E-924D-0F97DBD37598}">
      <dgm:prSet/>
      <dgm:spPr/>
      <dgm:t>
        <a:bodyPr/>
        <a:lstStyle/>
        <a:p>
          <a:endParaRPr lang="en-US"/>
        </a:p>
      </dgm:t>
    </dgm:pt>
    <dgm:pt modelId="{06D5E193-C771-465A-A02B-63D973AC41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Numerical: lead times, stay nights, rates</a:t>
          </a:r>
        </a:p>
      </dgm:t>
    </dgm:pt>
    <dgm:pt modelId="{7573A36D-D0B5-4453-889B-B5914765BE0C}" type="parTrans" cxnId="{DC80DC28-C645-4B17-8F3F-50357CE00745}">
      <dgm:prSet/>
      <dgm:spPr/>
      <dgm:t>
        <a:bodyPr/>
        <a:lstStyle/>
        <a:p>
          <a:endParaRPr lang="en-US"/>
        </a:p>
      </dgm:t>
    </dgm:pt>
    <dgm:pt modelId="{C9BABE93-FF9B-4DC4-BA79-5B4381BBE760}" type="sibTrans" cxnId="{DC80DC28-C645-4B17-8F3F-50357CE00745}">
      <dgm:prSet/>
      <dgm:spPr/>
      <dgm:t>
        <a:bodyPr/>
        <a:lstStyle/>
        <a:p>
          <a:endParaRPr lang="en-US"/>
        </a:p>
      </dgm:t>
    </dgm:pt>
    <dgm:pt modelId="{1C066542-C665-4ED6-BEA4-4AD56CF472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Categorical: channel, room type, market segment</a:t>
          </a:r>
        </a:p>
      </dgm:t>
    </dgm:pt>
    <dgm:pt modelId="{33C3C62E-A439-442A-AA38-3E0F35BCDBB4}" type="parTrans" cxnId="{665900B5-0AC1-45FE-AFFB-DD4A56F63A17}">
      <dgm:prSet/>
      <dgm:spPr/>
      <dgm:t>
        <a:bodyPr/>
        <a:lstStyle/>
        <a:p>
          <a:endParaRPr lang="en-US"/>
        </a:p>
      </dgm:t>
    </dgm:pt>
    <dgm:pt modelId="{EB13BA5E-4CB9-417A-884C-F9F0777E743B}" type="sibTrans" cxnId="{665900B5-0AC1-45FE-AFFB-DD4A56F63A17}">
      <dgm:prSet/>
      <dgm:spPr/>
      <dgm:t>
        <a:bodyPr/>
        <a:lstStyle/>
        <a:p>
          <a:endParaRPr lang="en-US"/>
        </a:p>
      </dgm:t>
    </dgm:pt>
    <dgm:pt modelId="{B40D934C-41C3-4C59-8E80-602E17014A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Datetime: booking date</a:t>
          </a:r>
        </a:p>
      </dgm:t>
    </dgm:pt>
    <dgm:pt modelId="{FD412C76-3509-4877-B7FF-0C65F4D18032}" type="parTrans" cxnId="{453AE03D-9337-4887-8FE9-2F7719EEBD81}">
      <dgm:prSet/>
      <dgm:spPr/>
      <dgm:t>
        <a:bodyPr/>
        <a:lstStyle/>
        <a:p>
          <a:endParaRPr lang="en-US"/>
        </a:p>
      </dgm:t>
    </dgm:pt>
    <dgm:pt modelId="{419E1956-4637-4DD5-924B-5625D4F858DB}" type="sibTrans" cxnId="{453AE03D-9337-4887-8FE9-2F7719EEBD81}">
      <dgm:prSet/>
      <dgm:spPr/>
      <dgm:t>
        <a:bodyPr/>
        <a:lstStyle/>
        <a:p>
          <a:endParaRPr lang="en-US"/>
        </a:p>
      </dgm:t>
    </dgm:pt>
    <dgm:pt modelId="{4AE3BD4B-FCF4-4284-86DD-17DD28A0FA00}" type="pres">
      <dgm:prSet presAssocID="{3D7E3635-9B49-498E-8D6B-75726A9C3022}" presName="root" presStyleCnt="0">
        <dgm:presLayoutVars>
          <dgm:dir/>
          <dgm:resizeHandles val="exact"/>
        </dgm:presLayoutVars>
      </dgm:prSet>
      <dgm:spPr/>
    </dgm:pt>
    <dgm:pt modelId="{68B0735A-F445-4B07-9F48-C8E0786E4E83}" type="pres">
      <dgm:prSet presAssocID="{F92CCD39-3CA9-4FEA-8A94-B696E21F0478}" presName="compNode" presStyleCnt="0"/>
      <dgm:spPr/>
    </dgm:pt>
    <dgm:pt modelId="{564349F5-F2B4-4419-8AD5-4BC7C4D3F9AD}" type="pres">
      <dgm:prSet presAssocID="{F92CCD39-3CA9-4FEA-8A94-B696E21F04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48D31A4B-E755-4DBE-93C1-1C593591EB03}" type="pres">
      <dgm:prSet presAssocID="{F92CCD39-3CA9-4FEA-8A94-B696E21F0478}" presName="iconSpace" presStyleCnt="0"/>
      <dgm:spPr/>
    </dgm:pt>
    <dgm:pt modelId="{4065DFC9-3A7B-494C-AA2F-B6471C7A2D2D}" type="pres">
      <dgm:prSet presAssocID="{F92CCD39-3CA9-4FEA-8A94-B696E21F0478}" presName="parTx" presStyleLbl="revTx" presStyleIdx="0" presStyleCnt="8">
        <dgm:presLayoutVars>
          <dgm:chMax val="0"/>
          <dgm:chPref val="0"/>
        </dgm:presLayoutVars>
      </dgm:prSet>
      <dgm:spPr/>
    </dgm:pt>
    <dgm:pt modelId="{EF7C319E-EA09-4374-9BB6-A73523A7CB8B}" type="pres">
      <dgm:prSet presAssocID="{F92CCD39-3CA9-4FEA-8A94-B696E21F0478}" presName="txSpace" presStyleCnt="0"/>
      <dgm:spPr/>
    </dgm:pt>
    <dgm:pt modelId="{8F427769-590A-40A9-AF77-CE6742B7F6BD}" type="pres">
      <dgm:prSet presAssocID="{F92CCD39-3CA9-4FEA-8A94-B696E21F0478}" presName="desTx" presStyleLbl="revTx" presStyleIdx="1" presStyleCnt="8">
        <dgm:presLayoutVars/>
      </dgm:prSet>
      <dgm:spPr/>
    </dgm:pt>
    <dgm:pt modelId="{028AD117-67E8-4E92-ABB7-2A2D1009EEDD}" type="pres">
      <dgm:prSet presAssocID="{4A5B433A-9E9A-4E06-BE1B-307F6F3E677C}" presName="sibTrans" presStyleCnt="0"/>
      <dgm:spPr/>
    </dgm:pt>
    <dgm:pt modelId="{CBA6C246-987F-47E0-84E7-7D49C9C7FF0D}" type="pres">
      <dgm:prSet presAssocID="{B1867F00-75B7-4A51-8CD0-AECFF253E31F}" presName="compNode" presStyleCnt="0"/>
      <dgm:spPr/>
    </dgm:pt>
    <dgm:pt modelId="{B89EDA56-F7DE-482F-8EFA-ADDD4BEA64AF}" type="pres">
      <dgm:prSet presAssocID="{B1867F00-75B7-4A51-8CD0-AECFF253E3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E196B26-B139-4868-90A9-9170C987EDF7}" type="pres">
      <dgm:prSet presAssocID="{B1867F00-75B7-4A51-8CD0-AECFF253E31F}" presName="iconSpace" presStyleCnt="0"/>
      <dgm:spPr/>
    </dgm:pt>
    <dgm:pt modelId="{5707E923-399F-434A-B420-221EE2EC2FF1}" type="pres">
      <dgm:prSet presAssocID="{B1867F00-75B7-4A51-8CD0-AECFF253E31F}" presName="parTx" presStyleLbl="revTx" presStyleIdx="2" presStyleCnt="8">
        <dgm:presLayoutVars>
          <dgm:chMax val="0"/>
          <dgm:chPref val="0"/>
        </dgm:presLayoutVars>
      </dgm:prSet>
      <dgm:spPr/>
    </dgm:pt>
    <dgm:pt modelId="{616EA86C-FB92-42BB-88DE-3FA352F8BCCD}" type="pres">
      <dgm:prSet presAssocID="{B1867F00-75B7-4A51-8CD0-AECFF253E31F}" presName="txSpace" presStyleCnt="0"/>
      <dgm:spPr/>
    </dgm:pt>
    <dgm:pt modelId="{97880D7C-08C5-405B-A33D-7C878F18425B}" type="pres">
      <dgm:prSet presAssocID="{B1867F00-75B7-4A51-8CD0-AECFF253E31F}" presName="desTx" presStyleLbl="revTx" presStyleIdx="3" presStyleCnt="8">
        <dgm:presLayoutVars/>
      </dgm:prSet>
      <dgm:spPr/>
    </dgm:pt>
    <dgm:pt modelId="{AD2BBF40-DFBF-40AA-9592-874581EB3236}" type="pres">
      <dgm:prSet presAssocID="{7FF9BBAC-D8EC-4097-87A6-0629F21272B0}" presName="sibTrans" presStyleCnt="0"/>
      <dgm:spPr/>
    </dgm:pt>
    <dgm:pt modelId="{92B37DBF-DDC7-4458-B307-58FE32D82314}" type="pres">
      <dgm:prSet presAssocID="{1ABC52B9-8C1E-4AA0-89DA-8FFFE3A99995}" presName="compNode" presStyleCnt="0"/>
      <dgm:spPr/>
    </dgm:pt>
    <dgm:pt modelId="{EC82BCB7-BC2B-4700-8971-7ED1E9DF6C54}" type="pres">
      <dgm:prSet presAssocID="{1ABC52B9-8C1E-4AA0-89DA-8FFFE3A9999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601C8CA-BA79-4AEA-B282-021EE897B04F}" type="pres">
      <dgm:prSet presAssocID="{1ABC52B9-8C1E-4AA0-89DA-8FFFE3A99995}" presName="iconSpace" presStyleCnt="0"/>
      <dgm:spPr/>
    </dgm:pt>
    <dgm:pt modelId="{61203F65-A1A2-46B6-9BCD-A00D8589F354}" type="pres">
      <dgm:prSet presAssocID="{1ABC52B9-8C1E-4AA0-89DA-8FFFE3A99995}" presName="parTx" presStyleLbl="revTx" presStyleIdx="4" presStyleCnt="8">
        <dgm:presLayoutVars>
          <dgm:chMax val="0"/>
          <dgm:chPref val="0"/>
        </dgm:presLayoutVars>
      </dgm:prSet>
      <dgm:spPr/>
    </dgm:pt>
    <dgm:pt modelId="{7997CAB2-E3A6-4F55-BE84-ABC0D5ACF3DC}" type="pres">
      <dgm:prSet presAssocID="{1ABC52B9-8C1E-4AA0-89DA-8FFFE3A99995}" presName="txSpace" presStyleCnt="0"/>
      <dgm:spPr/>
    </dgm:pt>
    <dgm:pt modelId="{0AEFB42F-5FA2-4A10-A819-7A620FD4C67C}" type="pres">
      <dgm:prSet presAssocID="{1ABC52B9-8C1E-4AA0-89DA-8FFFE3A99995}" presName="desTx" presStyleLbl="revTx" presStyleIdx="5" presStyleCnt="8">
        <dgm:presLayoutVars/>
      </dgm:prSet>
      <dgm:spPr/>
    </dgm:pt>
    <dgm:pt modelId="{E274DC97-BF4E-403C-9FD5-56D462939E50}" type="pres">
      <dgm:prSet presAssocID="{D24F74A3-E317-4DBA-85D8-9BD8C63380F5}" presName="sibTrans" presStyleCnt="0"/>
      <dgm:spPr/>
    </dgm:pt>
    <dgm:pt modelId="{DF15A208-C897-4A11-A9BA-0AAD5079992A}" type="pres">
      <dgm:prSet presAssocID="{A3E01C00-92BC-4912-8CA8-1299AF369685}" presName="compNode" presStyleCnt="0"/>
      <dgm:spPr/>
    </dgm:pt>
    <dgm:pt modelId="{8AB25044-50C2-4AAC-B992-0DC323D7B2ED}" type="pres">
      <dgm:prSet presAssocID="{A3E01C00-92BC-4912-8CA8-1299AF3696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F14D7A4E-FA35-43BF-A39F-D8AD0299DD64}" type="pres">
      <dgm:prSet presAssocID="{A3E01C00-92BC-4912-8CA8-1299AF369685}" presName="iconSpace" presStyleCnt="0"/>
      <dgm:spPr/>
    </dgm:pt>
    <dgm:pt modelId="{A5EE6056-DB80-462E-AC7D-03E1F9435F03}" type="pres">
      <dgm:prSet presAssocID="{A3E01C00-92BC-4912-8CA8-1299AF369685}" presName="parTx" presStyleLbl="revTx" presStyleIdx="6" presStyleCnt="8">
        <dgm:presLayoutVars>
          <dgm:chMax val="0"/>
          <dgm:chPref val="0"/>
        </dgm:presLayoutVars>
      </dgm:prSet>
      <dgm:spPr/>
    </dgm:pt>
    <dgm:pt modelId="{C8439809-A4A2-4BA4-85CC-DBAB1182D3EB}" type="pres">
      <dgm:prSet presAssocID="{A3E01C00-92BC-4912-8CA8-1299AF369685}" presName="txSpace" presStyleCnt="0"/>
      <dgm:spPr/>
    </dgm:pt>
    <dgm:pt modelId="{35041A36-58CD-4A27-B376-0E913630F751}" type="pres">
      <dgm:prSet presAssocID="{A3E01C00-92BC-4912-8CA8-1299AF369685}" presName="desTx" presStyleLbl="revTx" presStyleIdx="7" presStyleCnt="8">
        <dgm:presLayoutVars/>
      </dgm:prSet>
      <dgm:spPr/>
    </dgm:pt>
  </dgm:ptLst>
  <dgm:cxnLst>
    <dgm:cxn modelId="{05603E0C-A2D9-4802-952A-11B9D8D4E77C}" srcId="{1ABC52B9-8C1E-4AA0-89DA-8FFFE3A99995}" destId="{8B3D09B7-002C-462C-8595-EC68C70E61D6}" srcOrd="1" destOrd="0" parTransId="{00C01DFF-75C6-4ACB-8D64-E72A690F1505}" sibTransId="{E7434078-6B9D-46F9-AA35-0FCCF9B3F437}"/>
    <dgm:cxn modelId="{8FB66822-F889-4BC2-B731-4C530BD52D43}" type="presOf" srcId="{3D7E3635-9B49-498E-8D6B-75726A9C3022}" destId="{4AE3BD4B-FCF4-4284-86DD-17DD28A0FA00}" srcOrd="0" destOrd="0" presId="urn:microsoft.com/office/officeart/2018/5/layout/CenteredIconLabelDescriptionList"/>
    <dgm:cxn modelId="{AAAEAC24-9C4A-414E-924D-0F97DBD37598}" srcId="{3D7E3635-9B49-498E-8D6B-75726A9C3022}" destId="{A3E01C00-92BC-4912-8CA8-1299AF369685}" srcOrd="3" destOrd="0" parTransId="{458D6791-99BC-4E7A-AB7D-AC4851FAAF36}" sibTransId="{506FC38F-4E39-464B-B6B1-3FA86D523D2F}"/>
    <dgm:cxn modelId="{78BDC128-CC68-4383-A0E9-33F43D767031}" type="presOf" srcId="{A3E01C00-92BC-4912-8CA8-1299AF369685}" destId="{A5EE6056-DB80-462E-AC7D-03E1F9435F03}" srcOrd="0" destOrd="0" presId="urn:microsoft.com/office/officeart/2018/5/layout/CenteredIconLabelDescriptionList"/>
    <dgm:cxn modelId="{DC80DC28-C645-4B17-8F3F-50357CE00745}" srcId="{A3E01C00-92BC-4912-8CA8-1299AF369685}" destId="{06D5E193-C771-465A-A02B-63D973AC41A4}" srcOrd="0" destOrd="0" parTransId="{7573A36D-D0B5-4453-889B-B5914765BE0C}" sibTransId="{C9BABE93-FF9B-4DC4-BA79-5B4381BBE760}"/>
    <dgm:cxn modelId="{A411722C-40AB-4EAA-96AD-EA96169298C9}" srcId="{3D7E3635-9B49-498E-8D6B-75726A9C3022}" destId="{B1867F00-75B7-4A51-8CD0-AECFF253E31F}" srcOrd="1" destOrd="0" parTransId="{17E8751C-F8D0-48F0-AF58-E27DBB6B6EE4}" sibTransId="{7FF9BBAC-D8EC-4097-87A6-0629F21272B0}"/>
    <dgm:cxn modelId="{8B919E39-8086-4A72-90BF-852900D61171}" type="presOf" srcId="{8B3D09B7-002C-462C-8595-EC68C70E61D6}" destId="{0AEFB42F-5FA2-4A10-A819-7A620FD4C67C}" srcOrd="0" destOrd="1" presId="urn:microsoft.com/office/officeart/2018/5/layout/CenteredIconLabelDescriptionList"/>
    <dgm:cxn modelId="{453AE03D-9337-4887-8FE9-2F7719EEBD81}" srcId="{A3E01C00-92BC-4912-8CA8-1299AF369685}" destId="{B40D934C-41C3-4C59-8E80-602E17014A1A}" srcOrd="2" destOrd="0" parTransId="{FD412C76-3509-4877-B7FF-0C65F4D18032}" sibTransId="{419E1956-4637-4DD5-924B-5625D4F858DB}"/>
    <dgm:cxn modelId="{5FDB183E-2EFB-4792-BB56-0F503A3E089E}" type="presOf" srcId="{B40D934C-41C3-4C59-8E80-602E17014A1A}" destId="{35041A36-58CD-4A27-B376-0E913630F751}" srcOrd="0" destOrd="2" presId="urn:microsoft.com/office/officeart/2018/5/layout/CenteredIconLabelDescriptionList"/>
    <dgm:cxn modelId="{1EAB2943-2E8C-416A-850B-0AC51BFE0E34}" srcId="{1ABC52B9-8C1E-4AA0-89DA-8FFFE3A99995}" destId="{F3A25F94-A680-4681-AB6E-CFCB232E9FB4}" srcOrd="0" destOrd="0" parTransId="{7365AD7F-EB88-40A1-B1F5-071CF9F60E64}" sibTransId="{EE65ED67-F8E7-439A-BD0A-4E9E1370C387}"/>
    <dgm:cxn modelId="{997D5568-ED0B-4C34-B862-A6EB1E4A4CE3}" srcId="{3D7E3635-9B49-498E-8D6B-75726A9C3022}" destId="{F92CCD39-3CA9-4FEA-8A94-B696E21F0478}" srcOrd="0" destOrd="0" parTransId="{2234B291-3433-4795-8039-A64F1DA7676E}" sibTransId="{4A5B433A-9E9A-4E06-BE1B-307F6F3E677C}"/>
    <dgm:cxn modelId="{50564B4A-C3D5-4326-8CC8-172980422C22}" type="presOf" srcId="{F3A25F94-A680-4681-AB6E-CFCB232E9FB4}" destId="{0AEFB42F-5FA2-4A10-A819-7A620FD4C67C}" srcOrd="0" destOrd="0" presId="urn:microsoft.com/office/officeart/2018/5/layout/CenteredIconLabelDescriptionList"/>
    <dgm:cxn modelId="{77C5AFA2-86BC-4E4E-936B-36F1B99AAE59}" type="presOf" srcId="{F92CCD39-3CA9-4FEA-8A94-B696E21F0478}" destId="{4065DFC9-3A7B-494C-AA2F-B6471C7A2D2D}" srcOrd="0" destOrd="0" presId="urn:microsoft.com/office/officeart/2018/5/layout/CenteredIconLabelDescriptionList"/>
    <dgm:cxn modelId="{A06E64A4-B40B-44B2-A1A2-4DEAE711C858}" srcId="{3D7E3635-9B49-498E-8D6B-75726A9C3022}" destId="{1ABC52B9-8C1E-4AA0-89DA-8FFFE3A99995}" srcOrd="2" destOrd="0" parTransId="{F7383F48-01AB-4183-B19F-89533A48BEC0}" sibTransId="{D24F74A3-E317-4DBA-85D8-9BD8C63380F5}"/>
    <dgm:cxn modelId="{B86E44B0-973A-42FD-B34B-B32A15202C4D}" type="presOf" srcId="{06D5E193-C771-465A-A02B-63D973AC41A4}" destId="{35041A36-58CD-4A27-B376-0E913630F751}" srcOrd="0" destOrd="0" presId="urn:microsoft.com/office/officeart/2018/5/layout/CenteredIconLabelDescriptionList"/>
    <dgm:cxn modelId="{665900B5-0AC1-45FE-AFFB-DD4A56F63A17}" srcId="{A3E01C00-92BC-4912-8CA8-1299AF369685}" destId="{1C066542-C665-4ED6-BEA4-4AD56CF4723A}" srcOrd="1" destOrd="0" parTransId="{33C3C62E-A439-442A-AA38-3E0F35BCDBB4}" sibTransId="{EB13BA5E-4CB9-417A-884C-F9F0777E743B}"/>
    <dgm:cxn modelId="{147D05B7-9C96-40B3-A1CE-F8A708ED01AA}" type="presOf" srcId="{1C066542-C665-4ED6-BEA4-4AD56CF4723A}" destId="{35041A36-58CD-4A27-B376-0E913630F751}" srcOrd="0" destOrd="1" presId="urn:microsoft.com/office/officeart/2018/5/layout/CenteredIconLabelDescriptionList"/>
    <dgm:cxn modelId="{A0B962D3-7AA9-4EA4-B6A9-91F11DDF87F7}" type="presOf" srcId="{B1867F00-75B7-4A51-8CD0-AECFF253E31F}" destId="{5707E923-399F-434A-B420-221EE2EC2FF1}" srcOrd="0" destOrd="0" presId="urn:microsoft.com/office/officeart/2018/5/layout/CenteredIconLabelDescriptionList"/>
    <dgm:cxn modelId="{C15B32D4-F05A-4F9E-8C45-97E801927FB2}" type="presOf" srcId="{1ABC52B9-8C1E-4AA0-89DA-8FFFE3A99995}" destId="{61203F65-A1A2-46B6-9BCD-A00D8589F354}" srcOrd="0" destOrd="0" presId="urn:microsoft.com/office/officeart/2018/5/layout/CenteredIconLabelDescriptionList"/>
    <dgm:cxn modelId="{562839BD-3021-415D-B69C-83CFA2A23E38}" type="presParOf" srcId="{4AE3BD4B-FCF4-4284-86DD-17DD28A0FA00}" destId="{68B0735A-F445-4B07-9F48-C8E0786E4E83}" srcOrd="0" destOrd="0" presId="urn:microsoft.com/office/officeart/2018/5/layout/CenteredIconLabelDescriptionList"/>
    <dgm:cxn modelId="{9406881C-A957-4C3C-90C6-156604215B24}" type="presParOf" srcId="{68B0735A-F445-4B07-9F48-C8E0786E4E83}" destId="{564349F5-F2B4-4419-8AD5-4BC7C4D3F9AD}" srcOrd="0" destOrd="0" presId="urn:microsoft.com/office/officeart/2018/5/layout/CenteredIconLabelDescriptionList"/>
    <dgm:cxn modelId="{78647535-A5E3-449F-8953-C2340DB0B186}" type="presParOf" srcId="{68B0735A-F445-4B07-9F48-C8E0786E4E83}" destId="{48D31A4B-E755-4DBE-93C1-1C593591EB03}" srcOrd="1" destOrd="0" presId="urn:microsoft.com/office/officeart/2018/5/layout/CenteredIconLabelDescriptionList"/>
    <dgm:cxn modelId="{3BDCDB81-6872-4449-906C-22ED144797A2}" type="presParOf" srcId="{68B0735A-F445-4B07-9F48-C8E0786E4E83}" destId="{4065DFC9-3A7B-494C-AA2F-B6471C7A2D2D}" srcOrd="2" destOrd="0" presId="urn:microsoft.com/office/officeart/2018/5/layout/CenteredIconLabelDescriptionList"/>
    <dgm:cxn modelId="{31278331-E239-4E69-BDC7-79F0F934F2D4}" type="presParOf" srcId="{68B0735A-F445-4B07-9F48-C8E0786E4E83}" destId="{EF7C319E-EA09-4374-9BB6-A73523A7CB8B}" srcOrd="3" destOrd="0" presId="urn:microsoft.com/office/officeart/2018/5/layout/CenteredIconLabelDescriptionList"/>
    <dgm:cxn modelId="{7E57447B-AF34-45DA-82D8-DA9916F10673}" type="presParOf" srcId="{68B0735A-F445-4B07-9F48-C8E0786E4E83}" destId="{8F427769-590A-40A9-AF77-CE6742B7F6BD}" srcOrd="4" destOrd="0" presId="urn:microsoft.com/office/officeart/2018/5/layout/CenteredIconLabelDescriptionList"/>
    <dgm:cxn modelId="{0D27E179-6399-4D40-AFF7-E34DCD55BC68}" type="presParOf" srcId="{4AE3BD4B-FCF4-4284-86DD-17DD28A0FA00}" destId="{028AD117-67E8-4E92-ABB7-2A2D1009EEDD}" srcOrd="1" destOrd="0" presId="urn:microsoft.com/office/officeart/2018/5/layout/CenteredIconLabelDescriptionList"/>
    <dgm:cxn modelId="{CC02E291-1414-4870-AD48-797B31DBB0BA}" type="presParOf" srcId="{4AE3BD4B-FCF4-4284-86DD-17DD28A0FA00}" destId="{CBA6C246-987F-47E0-84E7-7D49C9C7FF0D}" srcOrd="2" destOrd="0" presId="urn:microsoft.com/office/officeart/2018/5/layout/CenteredIconLabelDescriptionList"/>
    <dgm:cxn modelId="{6AFF1271-C3F2-487B-9AD1-8789EEEE78C5}" type="presParOf" srcId="{CBA6C246-987F-47E0-84E7-7D49C9C7FF0D}" destId="{B89EDA56-F7DE-482F-8EFA-ADDD4BEA64AF}" srcOrd="0" destOrd="0" presId="urn:microsoft.com/office/officeart/2018/5/layout/CenteredIconLabelDescriptionList"/>
    <dgm:cxn modelId="{205487E6-2BB2-49BE-85C9-D19A492FD8C5}" type="presParOf" srcId="{CBA6C246-987F-47E0-84E7-7D49C9C7FF0D}" destId="{7E196B26-B139-4868-90A9-9170C987EDF7}" srcOrd="1" destOrd="0" presId="urn:microsoft.com/office/officeart/2018/5/layout/CenteredIconLabelDescriptionList"/>
    <dgm:cxn modelId="{383621B7-4615-4E8B-A68C-074990AC64F8}" type="presParOf" srcId="{CBA6C246-987F-47E0-84E7-7D49C9C7FF0D}" destId="{5707E923-399F-434A-B420-221EE2EC2FF1}" srcOrd="2" destOrd="0" presId="urn:microsoft.com/office/officeart/2018/5/layout/CenteredIconLabelDescriptionList"/>
    <dgm:cxn modelId="{0112B124-163F-45F8-AE5F-052818E0DB81}" type="presParOf" srcId="{CBA6C246-987F-47E0-84E7-7D49C9C7FF0D}" destId="{616EA86C-FB92-42BB-88DE-3FA352F8BCCD}" srcOrd="3" destOrd="0" presId="urn:microsoft.com/office/officeart/2018/5/layout/CenteredIconLabelDescriptionList"/>
    <dgm:cxn modelId="{172188F0-6AEF-4763-80D6-FA9219D2C683}" type="presParOf" srcId="{CBA6C246-987F-47E0-84E7-7D49C9C7FF0D}" destId="{97880D7C-08C5-405B-A33D-7C878F18425B}" srcOrd="4" destOrd="0" presId="urn:microsoft.com/office/officeart/2018/5/layout/CenteredIconLabelDescriptionList"/>
    <dgm:cxn modelId="{3DD44FD0-1457-444A-A242-605D94B8B0C6}" type="presParOf" srcId="{4AE3BD4B-FCF4-4284-86DD-17DD28A0FA00}" destId="{AD2BBF40-DFBF-40AA-9592-874581EB3236}" srcOrd="3" destOrd="0" presId="urn:microsoft.com/office/officeart/2018/5/layout/CenteredIconLabelDescriptionList"/>
    <dgm:cxn modelId="{FFA3E222-3703-4848-B6AC-CF5D6701E70E}" type="presParOf" srcId="{4AE3BD4B-FCF4-4284-86DD-17DD28A0FA00}" destId="{92B37DBF-DDC7-4458-B307-58FE32D82314}" srcOrd="4" destOrd="0" presId="urn:microsoft.com/office/officeart/2018/5/layout/CenteredIconLabelDescriptionList"/>
    <dgm:cxn modelId="{10648C98-E297-4ADE-BDF6-DC0840F494D5}" type="presParOf" srcId="{92B37DBF-DDC7-4458-B307-58FE32D82314}" destId="{EC82BCB7-BC2B-4700-8971-7ED1E9DF6C54}" srcOrd="0" destOrd="0" presId="urn:microsoft.com/office/officeart/2018/5/layout/CenteredIconLabelDescriptionList"/>
    <dgm:cxn modelId="{BE5A938B-C5EB-47D7-82C3-64F87A13BBE6}" type="presParOf" srcId="{92B37DBF-DDC7-4458-B307-58FE32D82314}" destId="{D601C8CA-BA79-4AEA-B282-021EE897B04F}" srcOrd="1" destOrd="0" presId="urn:microsoft.com/office/officeart/2018/5/layout/CenteredIconLabelDescriptionList"/>
    <dgm:cxn modelId="{C5F01953-EEDB-4526-BDD2-83DDE6013F63}" type="presParOf" srcId="{92B37DBF-DDC7-4458-B307-58FE32D82314}" destId="{61203F65-A1A2-46B6-9BCD-A00D8589F354}" srcOrd="2" destOrd="0" presId="urn:microsoft.com/office/officeart/2018/5/layout/CenteredIconLabelDescriptionList"/>
    <dgm:cxn modelId="{5872EBFC-F9D8-41D9-8637-48CEAFA5A9DF}" type="presParOf" srcId="{92B37DBF-DDC7-4458-B307-58FE32D82314}" destId="{7997CAB2-E3A6-4F55-BE84-ABC0D5ACF3DC}" srcOrd="3" destOrd="0" presId="urn:microsoft.com/office/officeart/2018/5/layout/CenteredIconLabelDescriptionList"/>
    <dgm:cxn modelId="{FBE4067B-7DA0-49E2-B00B-5ACBE8DA7B31}" type="presParOf" srcId="{92B37DBF-DDC7-4458-B307-58FE32D82314}" destId="{0AEFB42F-5FA2-4A10-A819-7A620FD4C67C}" srcOrd="4" destOrd="0" presId="urn:microsoft.com/office/officeart/2018/5/layout/CenteredIconLabelDescriptionList"/>
    <dgm:cxn modelId="{0AF62BB9-5EEC-413C-ADAA-196C778CB1DC}" type="presParOf" srcId="{4AE3BD4B-FCF4-4284-86DD-17DD28A0FA00}" destId="{E274DC97-BF4E-403C-9FD5-56D462939E50}" srcOrd="5" destOrd="0" presId="urn:microsoft.com/office/officeart/2018/5/layout/CenteredIconLabelDescriptionList"/>
    <dgm:cxn modelId="{557E3A3B-0096-4241-B53B-0977F90B82C7}" type="presParOf" srcId="{4AE3BD4B-FCF4-4284-86DD-17DD28A0FA00}" destId="{DF15A208-C897-4A11-A9BA-0AAD5079992A}" srcOrd="6" destOrd="0" presId="urn:microsoft.com/office/officeart/2018/5/layout/CenteredIconLabelDescriptionList"/>
    <dgm:cxn modelId="{2A8E018A-2F54-4FCE-A4EC-8CFD625781F4}" type="presParOf" srcId="{DF15A208-C897-4A11-A9BA-0AAD5079992A}" destId="{8AB25044-50C2-4AAC-B992-0DC323D7B2ED}" srcOrd="0" destOrd="0" presId="urn:microsoft.com/office/officeart/2018/5/layout/CenteredIconLabelDescriptionList"/>
    <dgm:cxn modelId="{620D1606-D007-4D13-8BF6-C25FBC1A9F02}" type="presParOf" srcId="{DF15A208-C897-4A11-A9BA-0AAD5079992A}" destId="{F14D7A4E-FA35-43BF-A39F-D8AD0299DD64}" srcOrd="1" destOrd="0" presId="urn:microsoft.com/office/officeart/2018/5/layout/CenteredIconLabelDescriptionList"/>
    <dgm:cxn modelId="{C7269CBD-059B-4954-88CE-1C9980EFE57E}" type="presParOf" srcId="{DF15A208-C897-4A11-A9BA-0AAD5079992A}" destId="{A5EE6056-DB80-462E-AC7D-03E1F9435F03}" srcOrd="2" destOrd="0" presId="urn:microsoft.com/office/officeart/2018/5/layout/CenteredIconLabelDescriptionList"/>
    <dgm:cxn modelId="{D4D2FF55-BF70-4AB8-A2EB-34D216FECF44}" type="presParOf" srcId="{DF15A208-C897-4A11-A9BA-0AAD5079992A}" destId="{C8439809-A4A2-4BA4-85CC-DBAB1182D3EB}" srcOrd="3" destOrd="0" presId="urn:microsoft.com/office/officeart/2018/5/layout/CenteredIconLabelDescriptionList"/>
    <dgm:cxn modelId="{D1DDD71C-90E0-487C-9A33-86E59B58D5CD}" type="presParOf" srcId="{DF15A208-C897-4A11-A9BA-0AAD5079992A}" destId="{35041A36-58CD-4A27-B376-0E913630F75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483552-224F-42F8-942D-CE27507A035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9DC9FE-FF26-4CAE-96F6-17D13E75F9F7}">
      <dgm:prSet/>
      <dgm:spPr/>
      <dgm:t>
        <a:bodyPr/>
        <a:lstStyle/>
        <a:p>
          <a:r>
            <a:rPr lang="en-US" b="1" i="0" baseline="0"/>
            <a:t>Missing Values:</a:t>
          </a:r>
          <a:r>
            <a:rPr lang="en-US" b="0" i="0" baseline="0"/>
            <a:t> Median for numeric, mode for categorical.</a:t>
          </a:r>
          <a:endParaRPr lang="en-US"/>
        </a:p>
      </dgm:t>
    </dgm:pt>
    <dgm:pt modelId="{B28889F8-9C36-4389-AC3B-73A8ECAA87BB}" type="parTrans" cxnId="{D53130F4-8A43-4B25-87AC-687DD421F6FD}">
      <dgm:prSet/>
      <dgm:spPr/>
      <dgm:t>
        <a:bodyPr/>
        <a:lstStyle/>
        <a:p>
          <a:endParaRPr lang="en-US"/>
        </a:p>
      </dgm:t>
    </dgm:pt>
    <dgm:pt modelId="{B8F28468-3CDB-4166-906A-797C9C3CEAC1}" type="sibTrans" cxnId="{D53130F4-8A43-4B25-87AC-687DD421F6FD}">
      <dgm:prSet/>
      <dgm:spPr/>
      <dgm:t>
        <a:bodyPr/>
        <a:lstStyle/>
        <a:p>
          <a:endParaRPr lang="en-US"/>
        </a:p>
      </dgm:t>
    </dgm:pt>
    <dgm:pt modelId="{F3350D02-32DB-44BE-A04E-32D8FCFB5543}">
      <dgm:prSet/>
      <dgm:spPr/>
      <dgm:t>
        <a:bodyPr/>
        <a:lstStyle/>
        <a:p>
          <a:r>
            <a:rPr lang="en-US" b="1" i="0" baseline="0"/>
            <a:t>Outliers:</a:t>
          </a:r>
          <a:r>
            <a:rPr lang="en-US" b="0" i="0" baseline="0"/>
            <a:t> IQR capping for loyalty points, rates, distances.</a:t>
          </a:r>
          <a:endParaRPr lang="en-US"/>
        </a:p>
      </dgm:t>
    </dgm:pt>
    <dgm:pt modelId="{EBD920EE-AF2C-4322-89CF-B0836A208E40}" type="parTrans" cxnId="{5FF8B778-48D4-4913-9728-CA16485A523A}">
      <dgm:prSet/>
      <dgm:spPr/>
      <dgm:t>
        <a:bodyPr/>
        <a:lstStyle/>
        <a:p>
          <a:endParaRPr lang="en-US"/>
        </a:p>
      </dgm:t>
    </dgm:pt>
    <dgm:pt modelId="{35B7A2EC-7774-4964-B001-BE2134555726}" type="sibTrans" cxnId="{5FF8B778-48D4-4913-9728-CA16485A523A}">
      <dgm:prSet/>
      <dgm:spPr/>
      <dgm:t>
        <a:bodyPr/>
        <a:lstStyle/>
        <a:p>
          <a:endParaRPr lang="en-US"/>
        </a:p>
      </dgm:t>
    </dgm:pt>
    <dgm:pt modelId="{B9398F88-5B41-40FA-AA87-52C8DF674BC8}">
      <dgm:prSet/>
      <dgm:spPr/>
      <dgm:t>
        <a:bodyPr/>
        <a:lstStyle/>
        <a:p>
          <a:r>
            <a:rPr lang="en-US" b="1" i="0" baseline="0"/>
            <a:t>Dates:</a:t>
          </a:r>
          <a:r>
            <a:rPr lang="en-US" b="0" i="0" baseline="0"/>
            <a:t> Converted and standardized booking/check-in dates.</a:t>
          </a:r>
          <a:endParaRPr lang="en-US"/>
        </a:p>
      </dgm:t>
    </dgm:pt>
    <dgm:pt modelId="{011BCBCD-18CD-43B6-8C4C-7D3D1D846BD5}" type="parTrans" cxnId="{BD1767C8-827E-4DFB-84B6-8F87D8AB10C6}">
      <dgm:prSet/>
      <dgm:spPr/>
      <dgm:t>
        <a:bodyPr/>
        <a:lstStyle/>
        <a:p>
          <a:endParaRPr lang="en-US"/>
        </a:p>
      </dgm:t>
    </dgm:pt>
    <dgm:pt modelId="{AC6B05F1-92E7-4DE1-9DAC-9B2289DF0775}" type="sibTrans" cxnId="{BD1767C8-827E-4DFB-84B6-8F87D8AB10C6}">
      <dgm:prSet/>
      <dgm:spPr/>
      <dgm:t>
        <a:bodyPr/>
        <a:lstStyle/>
        <a:p>
          <a:endParaRPr lang="en-US"/>
        </a:p>
      </dgm:t>
    </dgm:pt>
    <dgm:pt modelId="{D8562489-249F-4150-A863-38033473E641}">
      <dgm:prSet/>
      <dgm:spPr/>
      <dgm:t>
        <a:bodyPr/>
        <a:lstStyle/>
        <a:p>
          <a:r>
            <a:rPr lang="en-US" b="1" i="0" baseline="0"/>
            <a:t>Class Imbalance:</a:t>
          </a:r>
          <a:r>
            <a:rPr lang="en-US" b="0" i="0" baseline="0"/>
            <a:t> SMOTE applied to balance “Completed” bookings.</a:t>
          </a:r>
          <a:endParaRPr lang="en-US"/>
        </a:p>
      </dgm:t>
    </dgm:pt>
    <dgm:pt modelId="{CDE42944-13C3-401C-81F3-A231D822D49E}" type="parTrans" cxnId="{2268D303-27C5-47DE-9C90-1A45565B9FD1}">
      <dgm:prSet/>
      <dgm:spPr/>
      <dgm:t>
        <a:bodyPr/>
        <a:lstStyle/>
        <a:p>
          <a:endParaRPr lang="en-US"/>
        </a:p>
      </dgm:t>
    </dgm:pt>
    <dgm:pt modelId="{E7AD5C4C-E146-4AC7-BE0B-3B213C135B9F}" type="sibTrans" cxnId="{2268D303-27C5-47DE-9C90-1A45565B9FD1}">
      <dgm:prSet/>
      <dgm:spPr/>
      <dgm:t>
        <a:bodyPr/>
        <a:lstStyle/>
        <a:p>
          <a:endParaRPr lang="en-US"/>
        </a:p>
      </dgm:t>
    </dgm:pt>
    <dgm:pt modelId="{5177A1B5-3848-4197-888A-13AFDB6379DC}" type="pres">
      <dgm:prSet presAssocID="{A1483552-224F-42F8-942D-CE27507A0351}" presName="outerComposite" presStyleCnt="0">
        <dgm:presLayoutVars>
          <dgm:chMax val="5"/>
          <dgm:dir/>
          <dgm:resizeHandles val="exact"/>
        </dgm:presLayoutVars>
      </dgm:prSet>
      <dgm:spPr/>
    </dgm:pt>
    <dgm:pt modelId="{DFB519EA-7767-406E-80B2-915881F3E0FC}" type="pres">
      <dgm:prSet presAssocID="{A1483552-224F-42F8-942D-CE27507A0351}" presName="dummyMaxCanvas" presStyleCnt="0">
        <dgm:presLayoutVars/>
      </dgm:prSet>
      <dgm:spPr/>
    </dgm:pt>
    <dgm:pt modelId="{0F84A38F-6868-46DB-9C57-1550CA0D6C05}" type="pres">
      <dgm:prSet presAssocID="{A1483552-224F-42F8-942D-CE27507A0351}" presName="FourNodes_1" presStyleLbl="node1" presStyleIdx="0" presStyleCnt="4">
        <dgm:presLayoutVars>
          <dgm:bulletEnabled val="1"/>
        </dgm:presLayoutVars>
      </dgm:prSet>
      <dgm:spPr/>
    </dgm:pt>
    <dgm:pt modelId="{58F21B56-7401-4BC9-917A-F5BAE977C304}" type="pres">
      <dgm:prSet presAssocID="{A1483552-224F-42F8-942D-CE27507A0351}" presName="FourNodes_2" presStyleLbl="node1" presStyleIdx="1" presStyleCnt="4">
        <dgm:presLayoutVars>
          <dgm:bulletEnabled val="1"/>
        </dgm:presLayoutVars>
      </dgm:prSet>
      <dgm:spPr/>
    </dgm:pt>
    <dgm:pt modelId="{16B29731-8AF4-4081-8C65-A64301321684}" type="pres">
      <dgm:prSet presAssocID="{A1483552-224F-42F8-942D-CE27507A0351}" presName="FourNodes_3" presStyleLbl="node1" presStyleIdx="2" presStyleCnt="4">
        <dgm:presLayoutVars>
          <dgm:bulletEnabled val="1"/>
        </dgm:presLayoutVars>
      </dgm:prSet>
      <dgm:spPr/>
    </dgm:pt>
    <dgm:pt modelId="{C376794D-5168-4F44-BF75-9C486C4E91F4}" type="pres">
      <dgm:prSet presAssocID="{A1483552-224F-42F8-942D-CE27507A0351}" presName="FourNodes_4" presStyleLbl="node1" presStyleIdx="3" presStyleCnt="4">
        <dgm:presLayoutVars>
          <dgm:bulletEnabled val="1"/>
        </dgm:presLayoutVars>
      </dgm:prSet>
      <dgm:spPr/>
    </dgm:pt>
    <dgm:pt modelId="{586D1DF0-1743-469B-9E5E-0FBEDFB0B3D2}" type="pres">
      <dgm:prSet presAssocID="{A1483552-224F-42F8-942D-CE27507A0351}" presName="FourConn_1-2" presStyleLbl="fgAccFollowNode1" presStyleIdx="0" presStyleCnt="3">
        <dgm:presLayoutVars>
          <dgm:bulletEnabled val="1"/>
        </dgm:presLayoutVars>
      </dgm:prSet>
      <dgm:spPr/>
    </dgm:pt>
    <dgm:pt modelId="{F74422B9-8B25-4D65-930B-83328D498B34}" type="pres">
      <dgm:prSet presAssocID="{A1483552-224F-42F8-942D-CE27507A0351}" presName="FourConn_2-3" presStyleLbl="fgAccFollowNode1" presStyleIdx="1" presStyleCnt="3">
        <dgm:presLayoutVars>
          <dgm:bulletEnabled val="1"/>
        </dgm:presLayoutVars>
      </dgm:prSet>
      <dgm:spPr/>
    </dgm:pt>
    <dgm:pt modelId="{01E9C44C-9677-444E-A20E-A297FD758D2B}" type="pres">
      <dgm:prSet presAssocID="{A1483552-224F-42F8-942D-CE27507A0351}" presName="FourConn_3-4" presStyleLbl="fgAccFollowNode1" presStyleIdx="2" presStyleCnt="3">
        <dgm:presLayoutVars>
          <dgm:bulletEnabled val="1"/>
        </dgm:presLayoutVars>
      </dgm:prSet>
      <dgm:spPr/>
    </dgm:pt>
    <dgm:pt modelId="{BBB7CF26-A89E-4368-AD1A-B6135A34D03C}" type="pres">
      <dgm:prSet presAssocID="{A1483552-224F-42F8-942D-CE27507A0351}" presName="FourNodes_1_text" presStyleLbl="node1" presStyleIdx="3" presStyleCnt="4">
        <dgm:presLayoutVars>
          <dgm:bulletEnabled val="1"/>
        </dgm:presLayoutVars>
      </dgm:prSet>
      <dgm:spPr/>
    </dgm:pt>
    <dgm:pt modelId="{9429094F-7803-4D9E-98EA-AA2C857AF3BB}" type="pres">
      <dgm:prSet presAssocID="{A1483552-224F-42F8-942D-CE27507A0351}" presName="FourNodes_2_text" presStyleLbl="node1" presStyleIdx="3" presStyleCnt="4">
        <dgm:presLayoutVars>
          <dgm:bulletEnabled val="1"/>
        </dgm:presLayoutVars>
      </dgm:prSet>
      <dgm:spPr/>
    </dgm:pt>
    <dgm:pt modelId="{880A8FAF-3811-4986-A8BF-63F56967AF97}" type="pres">
      <dgm:prSet presAssocID="{A1483552-224F-42F8-942D-CE27507A0351}" presName="FourNodes_3_text" presStyleLbl="node1" presStyleIdx="3" presStyleCnt="4">
        <dgm:presLayoutVars>
          <dgm:bulletEnabled val="1"/>
        </dgm:presLayoutVars>
      </dgm:prSet>
      <dgm:spPr/>
    </dgm:pt>
    <dgm:pt modelId="{72BD70C0-27C2-481B-8C0A-5EEA3B5EB859}" type="pres">
      <dgm:prSet presAssocID="{A1483552-224F-42F8-942D-CE27507A035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268D303-27C5-47DE-9C90-1A45565B9FD1}" srcId="{A1483552-224F-42F8-942D-CE27507A0351}" destId="{D8562489-249F-4150-A863-38033473E641}" srcOrd="3" destOrd="0" parTransId="{CDE42944-13C3-401C-81F3-A231D822D49E}" sibTransId="{E7AD5C4C-E146-4AC7-BE0B-3B213C135B9F}"/>
    <dgm:cxn modelId="{A740B209-C3CA-4403-AFBE-DBE6E5D9AE52}" type="presOf" srcId="{B9398F88-5B41-40FA-AA87-52C8DF674BC8}" destId="{880A8FAF-3811-4986-A8BF-63F56967AF97}" srcOrd="1" destOrd="0" presId="urn:microsoft.com/office/officeart/2005/8/layout/vProcess5"/>
    <dgm:cxn modelId="{F157200C-2340-44FC-BBCD-DDF8666288A8}" type="presOf" srcId="{A1483552-224F-42F8-942D-CE27507A0351}" destId="{5177A1B5-3848-4197-888A-13AFDB6379DC}" srcOrd="0" destOrd="0" presId="urn:microsoft.com/office/officeart/2005/8/layout/vProcess5"/>
    <dgm:cxn modelId="{CCA19E17-CA6A-45D3-B33D-86943D674A36}" type="presOf" srcId="{2D9DC9FE-FF26-4CAE-96F6-17D13E75F9F7}" destId="{BBB7CF26-A89E-4368-AD1A-B6135A34D03C}" srcOrd="1" destOrd="0" presId="urn:microsoft.com/office/officeart/2005/8/layout/vProcess5"/>
    <dgm:cxn modelId="{72F9B923-8593-48F4-B692-D8B38CB10763}" type="presOf" srcId="{F3350D02-32DB-44BE-A04E-32D8FCFB5543}" destId="{58F21B56-7401-4BC9-917A-F5BAE977C304}" srcOrd="0" destOrd="0" presId="urn:microsoft.com/office/officeart/2005/8/layout/vProcess5"/>
    <dgm:cxn modelId="{AE2A253D-74E9-43DC-BE78-E01F00D9C428}" type="presOf" srcId="{35B7A2EC-7774-4964-B001-BE2134555726}" destId="{F74422B9-8B25-4D65-930B-83328D498B34}" srcOrd="0" destOrd="0" presId="urn:microsoft.com/office/officeart/2005/8/layout/vProcess5"/>
    <dgm:cxn modelId="{412B9E62-F3E8-4FF9-8511-769F63380130}" type="presOf" srcId="{B8F28468-3CDB-4166-906A-797C9C3CEAC1}" destId="{586D1DF0-1743-469B-9E5E-0FBEDFB0B3D2}" srcOrd="0" destOrd="0" presId="urn:microsoft.com/office/officeart/2005/8/layout/vProcess5"/>
    <dgm:cxn modelId="{94CC4B47-B315-4342-B720-11E7765764D1}" type="presOf" srcId="{AC6B05F1-92E7-4DE1-9DAC-9B2289DF0775}" destId="{01E9C44C-9677-444E-A20E-A297FD758D2B}" srcOrd="0" destOrd="0" presId="urn:microsoft.com/office/officeart/2005/8/layout/vProcess5"/>
    <dgm:cxn modelId="{5FF8B778-48D4-4913-9728-CA16485A523A}" srcId="{A1483552-224F-42F8-942D-CE27507A0351}" destId="{F3350D02-32DB-44BE-A04E-32D8FCFB5543}" srcOrd="1" destOrd="0" parTransId="{EBD920EE-AF2C-4322-89CF-B0836A208E40}" sibTransId="{35B7A2EC-7774-4964-B001-BE2134555726}"/>
    <dgm:cxn modelId="{AF8B0B85-6BC1-4A12-BB06-8ADB0C27C67E}" type="presOf" srcId="{F3350D02-32DB-44BE-A04E-32D8FCFB5543}" destId="{9429094F-7803-4D9E-98EA-AA2C857AF3BB}" srcOrd="1" destOrd="0" presId="urn:microsoft.com/office/officeart/2005/8/layout/vProcess5"/>
    <dgm:cxn modelId="{D5CE8398-3AF2-451D-960E-2A7BFF414F37}" type="presOf" srcId="{B9398F88-5B41-40FA-AA87-52C8DF674BC8}" destId="{16B29731-8AF4-4081-8C65-A64301321684}" srcOrd="0" destOrd="0" presId="urn:microsoft.com/office/officeart/2005/8/layout/vProcess5"/>
    <dgm:cxn modelId="{8375B6AA-01B7-4AC9-B45C-9B12AD87F687}" type="presOf" srcId="{D8562489-249F-4150-A863-38033473E641}" destId="{C376794D-5168-4F44-BF75-9C486C4E91F4}" srcOrd="0" destOrd="0" presId="urn:microsoft.com/office/officeart/2005/8/layout/vProcess5"/>
    <dgm:cxn modelId="{82D422AD-8C1A-441C-A1FA-17CE29513234}" type="presOf" srcId="{2D9DC9FE-FF26-4CAE-96F6-17D13E75F9F7}" destId="{0F84A38F-6868-46DB-9C57-1550CA0D6C05}" srcOrd="0" destOrd="0" presId="urn:microsoft.com/office/officeart/2005/8/layout/vProcess5"/>
    <dgm:cxn modelId="{BD1767C8-827E-4DFB-84B6-8F87D8AB10C6}" srcId="{A1483552-224F-42F8-942D-CE27507A0351}" destId="{B9398F88-5B41-40FA-AA87-52C8DF674BC8}" srcOrd="2" destOrd="0" parTransId="{011BCBCD-18CD-43B6-8C4C-7D3D1D846BD5}" sibTransId="{AC6B05F1-92E7-4DE1-9DAC-9B2289DF0775}"/>
    <dgm:cxn modelId="{084DDAE0-F17F-49CF-9125-4D7635C66BF3}" type="presOf" srcId="{D8562489-249F-4150-A863-38033473E641}" destId="{72BD70C0-27C2-481B-8C0A-5EEA3B5EB859}" srcOrd="1" destOrd="0" presId="urn:microsoft.com/office/officeart/2005/8/layout/vProcess5"/>
    <dgm:cxn modelId="{D53130F4-8A43-4B25-87AC-687DD421F6FD}" srcId="{A1483552-224F-42F8-942D-CE27507A0351}" destId="{2D9DC9FE-FF26-4CAE-96F6-17D13E75F9F7}" srcOrd="0" destOrd="0" parTransId="{B28889F8-9C36-4389-AC3B-73A8ECAA87BB}" sibTransId="{B8F28468-3CDB-4166-906A-797C9C3CEAC1}"/>
    <dgm:cxn modelId="{C933B784-622C-4CD0-8D49-BB7267AD5139}" type="presParOf" srcId="{5177A1B5-3848-4197-888A-13AFDB6379DC}" destId="{DFB519EA-7767-406E-80B2-915881F3E0FC}" srcOrd="0" destOrd="0" presId="urn:microsoft.com/office/officeart/2005/8/layout/vProcess5"/>
    <dgm:cxn modelId="{CDF13872-AE13-4CFD-A012-86EBEC1FF15A}" type="presParOf" srcId="{5177A1B5-3848-4197-888A-13AFDB6379DC}" destId="{0F84A38F-6868-46DB-9C57-1550CA0D6C05}" srcOrd="1" destOrd="0" presId="urn:microsoft.com/office/officeart/2005/8/layout/vProcess5"/>
    <dgm:cxn modelId="{9720DC41-AA9C-46D6-8710-3A7DBB5064EC}" type="presParOf" srcId="{5177A1B5-3848-4197-888A-13AFDB6379DC}" destId="{58F21B56-7401-4BC9-917A-F5BAE977C304}" srcOrd="2" destOrd="0" presId="urn:microsoft.com/office/officeart/2005/8/layout/vProcess5"/>
    <dgm:cxn modelId="{2D310ADE-240E-4380-9FDE-020FE92CFB33}" type="presParOf" srcId="{5177A1B5-3848-4197-888A-13AFDB6379DC}" destId="{16B29731-8AF4-4081-8C65-A64301321684}" srcOrd="3" destOrd="0" presId="urn:microsoft.com/office/officeart/2005/8/layout/vProcess5"/>
    <dgm:cxn modelId="{1EEA1495-EA7C-4E0A-8F01-DE7DD6AD4122}" type="presParOf" srcId="{5177A1B5-3848-4197-888A-13AFDB6379DC}" destId="{C376794D-5168-4F44-BF75-9C486C4E91F4}" srcOrd="4" destOrd="0" presId="urn:microsoft.com/office/officeart/2005/8/layout/vProcess5"/>
    <dgm:cxn modelId="{1FCF6DCA-AE46-442E-9C3F-4FA24D98EADC}" type="presParOf" srcId="{5177A1B5-3848-4197-888A-13AFDB6379DC}" destId="{586D1DF0-1743-469B-9E5E-0FBEDFB0B3D2}" srcOrd="5" destOrd="0" presId="urn:microsoft.com/office/officeart/2005/8/layout/vProcess5"/>
    <dgm:cxn modelId="{3FF5D7C5-5F0E-4D0C-B35F-BC476D63F3B9}" type="presParOf" srcId="{5177A1B5-3848-4197-888A-13AFDB6379DC}" destId="{F74422B9-8B25-4D65-930B-83328D498B34}" srcOrd="6" destOrd="0" presId="urn:microsoft.com/office/officeart/2005/8/layout/vProcess5"/>
    <dgm:cxn modelId="{A233E0D2-AAB7-4966-9CC6-D358810B11EB}" type="presParOf" srcId="{5177A1B5-3848-4197-888A-13AFDB6379DC}" destId="{01E9C44C-9677-444E-A20E-A297FD758D2B}" srcOrd="7" destOrd="0" presId="urn:microsoft.com/office/officeart/2005/8/layout/vProcess5"/>
    <dgm:cxn modelId="{820F9E8E-8C82-4C58-B8DC-7E030E15CF4E}" type="presParOf" srcId="{5177A1B5-3848-4197-888A-13AFDB6379DC}" destId="{BBB7CF26-A89E-4368-AD1A-B6135A34D03C}" srcOrd="8" destOrd="0" presId="urn:microsoft.com/office/officeart/2005/8/layout/vProcess5"/>
    <dgm:cxn modelId="{35D43E46-9D5E-4D5D-8909-06AE7679B327}" type="presParOf" srcId="{5177A1B5-3848-4197-888A-13AFDB6379DC}" destId="{9429094F-7803-4D9E-98EA-AA2C857AF3BB}" srcOrd="9" destOrd="0" presId="urn:microsoft.com/office/officeart/2005/8/layout/vProcess5"/>
    <dgm:cxn modelId="{DF483D0C-E5A4-4E63-8278-3A046AD53795}" type="presParOf" srcId="{5177A1B5-3848-4197-888A-13AFDB6379DC}" destId="{880A8FAF-3811-4986-A8BF-63F56967AF97}" srcOrd="10" destOrd="0" presId="urn:microsoft.com/office/officeart/2005/8/layout/vProcess5"/>
    <dgm:cxn modelId="{9EE4D07E-594B-4198-96AB-066E0E9486D3}" type="presParOf" srcId="{5177A1B5-3848-4197-888A-13AFDB6379DC}" destId="{72BD70C0-27C2-481B-8C0A-5EEA3B5EB85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53D615-97B3-4F2D-920D-18227B879F7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445573-5613-458B-B2A8-AFB5B8247C29}">
      <dgm:prSet/>
      <dgm:spPr/>
      <dgm:t>
        <a:bodyPr/>
        <a:lstStyle/>
        <a:p>
          <a:r>
            <a:rPr lang="en-US" b="1"/>
            <a:t>Booking Value:</a:t>
          </a:r>
          <a:r>
            <a:rPr lang="en-US"/>
            <a:t> Combined rooms, nights, and rates.</a:t>
          </a:r>
        </a:p>
      </dgm:t>
    </dgm:pt>
    <dgm:pt modelId="{3133AF7B-F705-4D0E-A30E-EBC67043A122}" type="parTrans" cxnId="{7BC5AE89-7DCB-49DF-BD72-4E499263F19B}">
      <dgm:prSet/>
      <dgm:spPr/>
      <dgm:t>
        <a:bodyPr/>
        <a:lstStyle/>
        <a:p>
          <a:endParaRPr lang="en-US"/>
        </a:p>
      </dgm:t>
    </dgm:pt>
    <dgm:pt modelId="{17EF0477-1DBB-4601-96F8-3161A01B7C4D}" type="sibTrans" cxnId="{7BC5AE89-7DCB-49DF-BD72-4E499263F19B}">
      <dgm:prSet/>
      <dgm:spPr/>
      <dgm:t>
        <a:bodyPr/>
        <a:lstStyle/>
        <a:p>
          <a:endParaRPr lang="en-US"/>
        </a:p>
      </dgm:t>
    </dgm:pt>
    <dgm:pt modelId="{3211F04A-D0DC-449E-9315-D8FB6027D588}">
      <dgm:prSet/>
      <dgm:spPr/>
      <dgm:t>
        <a:bodyPr/>
        <a:lstStyle/>
        <a:p>
          <a:r>
            <a:rPr lang="en-US" b="1"/>
            <a:t>Rate Competitiveness:</a:t>
          </a:r>
          <a:r>
            <a:rPr lang="en-US"/>
            <a:t> Hotel vs. competitor pricing.</a:t>
          </a:r>
        </a:p>
      </dgm:t>
    </dgm:pt>
    <dgm:pt modelId="{2870CE5A-86F8-4298-BFAD-1F0960A7CD5F}" type="parTrans" cxnId="{797F6E27-9DB7-4FA2-B105-41282E3C19C2}">
      <dgm:prSet/>
      <dgm:spPr/>
      <dgm:t>
        <a:bodyPr/>
        <a:lstStyle/>
        <a:p>
          <a:endParaRPr lang="en-US"/>
        </a:p>
      </dgm:t>
    </dgm:pt>
    <dgm:pt modelId="{F95938D3-8977-4894-809D-FA2BEB397F3F}" type="sibTrans" cxnId="{797F6E27-9DB7-4FA2-B105-41282E3C19C2}">
      <dgm:prSet/>
      <dgm:spPr/>
      <dgm:t>
        <a:bodyPr/>
        <a:lstStyle/>
        <a:p>
          <a:endParaRPr lang="en-US"/>
        </a:p>
      </dgm:t>
    </dgm:pt>
    <dgm:pt modelId="{6A7B30EE-DAB2-4406-83E7-02A23CEECC3A}">
      <dgm:prSet/>
      <dgm:spPr/>
      <dgm:t>
        <a:bodyPr/>
        <a:lstStyle/>
        <a:p>
          <a:r>
            <a:rPr lang="en-US" b="1"/>
            <a:t>Lead Time Buckets:</a:t>
          </a:r>
          <a:r>
            <a:rPr lang="en-US"/>
            <a:t> Grouped for cancellation patterns.</a:t>
          </a:r>
        </a:p>
      </dgm:t>
    </dgm:pt>
    <dgm:pt modelId="{F87DD42A-B150-49AF-AD79-76416D6638DB}" type="parTrans" cxnId="{203D62E9-618C-45F0-86E1-6144C71AFDC1}">
      <dgm:prSet/>
      <dgm:spPr/>
      <dgm:t>
        <a:bodyPr/>
        <a:lstStyle/>
        <a:p>
          <a:endParaRPr lang="en-US"/>
        </a:p>
      </dgm:t>
    </dgm:pt>
    <dgm:pt modelId="{869F77C7-5F94-46E5-B4CF-1D9C08411E7D}" type="sibTrans" cxnId="{203D62E9-618C-45F0-86E1-6144C71AFDC1}">
      <dgm:prSet/>
      <dgm:spPr/>
      <dgm:t>
        <a:bodyPr/>
        <a:lstStyle/>
        <a:p>
          <a:endParaRPr lang="en-US"/>
        </a:p>
      </dgm:t>
    </dgm:pt>
    <dgm:pt modelId="{5AFBC14B-9023-42C2-8855-C5276019EAC1}">
      <dgm:prSet/>
      <dgm:spPr/>
      <dgm:t>
        <a:bodyPr/>
        <a:lstStyle/>
        <a:p>
          <a:r>
            <a:rPr lang="en-US" b="1"/>
            <a:t>Loyalty Tiers:</a:t>
          </a:r>
          <a:r>
            <a:rPr lang="en-US"/>
            <a:t> Segmented engagement levels.</a:t>
          </a:r>
        </a:p>
      </dgm:t>
    </dgm:pt>
    <dgm:pt modelId="{BAAC8E1F-ACE8-44FD-9711-E9EC4AC73CF4}" type="parTrans" cxnId="{F630AE3F-D4C3-46A2-8290-E84E2E2FE02C}">
      <dgm:prSet/>
      <dgm:spPr/>
      <dgm:t>
        <a:bodyPr/>
        <a:lstStyle/>
        <a:p>
          <a:endParaRPr lang="en-US"/>
        </a:p>
      </dgm:t>
    </dgm:pt>
    <dgm:pt modelId="{E885E6CB-04A6-4449-B8BF-191A2176FB81}" type="sibTrans" cxnId="{F630AE3F-D4C3-46A2-8290-E84E2E2FE02C}">
      <dgm:prSet/>
      <dgm:spPr/>
      <dgm:t>
        <a:bodyPr/>
        <a:lstStyle/>
        <a:p>
          <a:endParaRPr lang="en-US"/>
        </a:p>
      </dgm:t>
    </dgm:pt>
    <dgm:pt modelId="{979F8685-EAD2-4C2A-B0D0-4C3C813DCF78}">
      <dgm:prSet/>
      <dgm:spPr/>
      <dgm:t>
        <a:bodyPr/>
        <a:lstStyle/>
        <a:p>
          <a:r>
            <a:rPr lang="en-US" b="1"/>
            <a:t>Derived Features:</a:t>
          </a:r>
          <a:r>
            <a:rPr lang="en-US"/>
            <a:t> Total guests, weekend flag, seasonal indicators.</a:t>
          </a:r>
        </a:p>
      </dgm:t>
    </dgm:pt>
    <dgm:pt modelId="{24890D5A-6443-4B2B-9E2F-1D8DEEB4CB17}" type="parTrans" cxnId="{0F9E5FA5-9E17-4DE9-949E-D8488B9961F6}">
      <dgm:prSet/>
      <dgm:spPr/>
      <dgm:t>
        <a:bodyPr/>
        <a:lstStyle/>
        <a:p>
          <a:endParaRPr lang="en-US"/>
        </a:p>
      </dgm:t>
    </dgm:pt>
    <dgm:pt modelId="{D3EE9C90-643B-4C40-B1C5-7D776AF5343E}" type="sibTrans" cxnId="{0F9E5FA5-9E17-4DE9-949E-D8488B9961F6}">
      <dgm:prSet/>
      <dgm:spPr/>
      <dgm:t>
        <a:bodyPr/>
        <a:lstStyle/>
        <a:p>
          <a:endParaRPr lang="en-US"/>
        </a:p>
      </dgm:t>
    </dgm:pt>
    <dgm:pt modelId="{152BCE35-8153-4982-9726-96AE0F5D1AA2}" type="pres">
      <dgm:prSet presAssocID="{6C53D615-97B3-4F2D-920D-18227B879F7A}" presName="outerComposite" presStyleCnt="0">
        <dgm:presLayoutVars>
          <dgm:chMax val="5"/>
          <dgm:dir/>
          <dgm:resizeHandles val="exact"/>
        </dgm:presLayoutVars>
      </dgm:prSet>
      <dgm:spPr/>
    </dgm:pt>
    <dgm:pt modelId="{FB5D5010-03D3-40AE-8915-752BA87C993C}" type="pres">
      <dgm:prSet presAssocID="{6C53D615-97B3-4F2D-920D-18227B879F7A}" presName="dummyMaxCanvas" presStyleCnt="0">
        <dgm:presLayoutVars/>
      </dgm:prSet>
      <dgm:spPr/>
    </dgm:pt>
    <dgm:pt modelId="{81ECDB5A-7D04-43F5-B5B4-1A70738FF10C}" type="pres">
      <dgm:prSet presAssocID="{6C53D615-97B3-4F2D-920D-18227B879F7A}" presName="FiveNodes_1" presStyleLbl="node1" presStyleIdx="0" presStyleCnt="5">
        <dgm:presLayoutVars>
          <dgm:bulletEnabled val="1"/>
        </dgm:presLayoutVars>
      </dgm:prSet>
      <dgm:spPr/>
    </dgm:pt>
    <dgm:pt modelId="{8753449C-8FA5-4821-8949-FC395F4E7384}" type="pres">
      <dgm:prSet presAssocID="{6C53D615-97B3-4F2D-920D-18227B879F7A}" presName="FiveNodes_2" presStyleLbl="node1" presStyleIdx="1" presStyleCnt="5">
        <dgm:presLayoutVars>
          <dgm:bulletEnabled val="1"/>
        </dgm:presLayoutVars>
      </dgm:prSet>
      <dgm:spPr/>
    </dgm:pt>
    <dgm:pt modelId="{417BBAA4-6F5A-4AD9-9FEB-2828497E1DC4}" type="pres">
      <dgm:prSet presAssocID="{6C53D615-97B3-4F2D-920D-18227B879F7A}" presName="FiveNodes_3" presStyleLbl="node1" presStyleIdx="2" presStyleCnt="5">
        <dgm:presLayoutVars>
          <dgm:bulletEnabled val="1"/>
        </dgm:presLayoutVars>
      </dgm:prSet>
      <dgm:spPr/>
    </dgm:pt>
    <dgm:pt modelId="{67AEEAEF-5068-4ECF-A5A5-AB580B98BB02}" type="pres">
      <dgm:prSet presAssocID="{6C53D615-97B3-4F2D-920D-18227B879F7A}" presName="FiveNodes_4" presStyleLbl="node1" presStyleIdx="3" presStyleCnt="5">
        <dgm:presLayoutVars>
          <dgm:bulletEnabled val="1"/>
        </dgm:presLayoutVars>
      </dgm:prSet>
      <dgm:spPr/>
    </dgm:pt>
    <dgm:pt modelId="{EED92ADF-A22E-4D81-A0B2-09CEB9CCC26D}" type="pres">
      <dgm:prSet presAssocID="{6C53D615-97B3-4F2D-920D-18227B879F7A}" presName="FiveNodes_5" presStyleLbl="node1" presStyleIdx="4" presStyleCnt="5">
        <dgm:presLayoutVars>
          <dgm:bulletEnabled val="1"/>
        </dgm:presLayoutVars>
      </dgm:prSet>
      <dgm:spPr/>
    </dgm:pt>
    <dgm:pt modelId="{EF699FF9-349A-4066-BAF4-99748235007B}" type="pres">
      <dgm:prSet presAssocID="{6C53D615-97B3-4F2D-920D-18227B879F7A}" presName="FiveConn_1-2" presStyleLbl="fgAccFollowNode1" presStyleIdx="0" presStyleCnt="4">
        <dgm:presLayoutVars>
          <dgm:bulletEnabled val="1"/>
        </dgm:presLayoutVars>
      </dgm:prSet>
      <dgm:spPr/>
    </dgm:pt>
    <dgm:pt modelId="{77B3F344-DA7F-4878-8E01-93919F8FE11D}" type="pres">
      <dgm:prSet presAssocID="{6C53D615-97B3-4F2D-920D-18227B879F7A}" presName="FiveConn_2-3" presStyleLbl="fgAccFollowNode1" presStyleIdx="1" presStyleCnt="4">
        <dgm:presLayoutVars>
          <dgm:bulletEnabled val="1"/>
        </dgm:presLayoutVars>
      </dgm:prSet>
      <dgm:spPr/>
    </dgm:pt>
    <dgm:pt modelId="{15849EEA-D1AD-4A40-88BD-1AD7969A64EF}" type="pres">
      <dgm:prSet presAssocID="{6C53D615-97B3-4F2D-920D-18227B879F7A}" presName="FiveConn_3-4" presStyleLbl="fgAccFollowNode1" presStyleIdx="2" presStyleCnt="4">
        <dgm:presLayoutVars>
          <dgm:bulletEnabled val="1"/>
        </dgm:presLayoutVars>
      </dgm:prSet>
      <dgm:spPr/>
    </dgm:pt>
    <dgm:pt modelId="{EB99E014-51BB-457D-8794-80C7CE8267A0}" type="pres">
      <dgm:prSet presAssocID="{6C53D615-97B3-4F2D-920D-18227B879F7A}" presName="FiveConn_4-5" presStyleLbl="fgAccFollowNode1" presStyleIdx="3" presStyleCnt="4">
        <dgm:presLayoutVars>
          <dgm:bulletEnabled val="1"/>
        </dgm:presLayoutVars>
      </dgm:prSet>
      <dgm:spPr/>
    </dgm:pt>
    <dgm:pt modelId="{D206479C-08C1-4735-843E-7D010A9E0CCB}" type="pres">
      <dgm:prSet presAssocID="{6C53D615-97B3-4F2D-920D-18227B879F7A}" presName="FiveNodes_1_text" presStyleLbl="node1" presStyleIdx="4" presStyleCnt="5">
        <dgm:presLayoutVars>
          <dgm:bulletEnabled val="1"/>
        </dgm:presLayoutVars>
      </dgm:prSet>
      <dgm:spPr/>
    </dgm:pt>
    <dgm:pt modelId="{A820B4A2-4C93-47DF-B4A0-5D2567607E67}" type="pres">
      <dgm:prSet presAssocID="{6C53D615-97B3-4F2D-920D-18227B879F7A}" presName="FiveNodes_2_text" presStyleLbl="node1" presStyleIdx="4" presStyleCnt="5">
        <dgm:presLayoutVars>
          <dgm:bulletEnabled val="1"/>
        </dgm:presLayoutVars>
      </dgm:prSet>
      <dgm:spPr/>
    </dgm:pt>
    <dgm:pt modelId="{2CDFDB5E-C557-477B-8435-2D2F8B74469B}" type="pres">
      <dgm:prSet presAssocID="{6C53D615-97B3-4F2D-920D-18227B879F7A}" presName="FiveNodes_3_text" presStyleLbl="node1" presStyleIdx="4" presStyleCnt="5">
        <dgm:presLayoutVars>
          <dgm:bulletEnabled val="1"/>
        </dgm:presLayoutVars>
      </dgm:prSet>
      <dgm:spPr/>
    </dgm:pt>
    <dgm:pt modelId="{66724D99-B9F7-452A-9E7B-33CF01D14057}" type="pres">
      <dgm:prSet presAssocID="{6C53D615-97B3-4F2D-920D-18227B879F7A}" presName="FiveNodes_4_text" presStyleLbl="node1" presStyleIdx="4" presStyleCnt="5">
        <dgm:presLayoutVars>
          <dgm:bulletEnabled val="1"/>
        </dgm:presLayoutVars>
      </dgm:prSet>
      <dgm:spPr/>
    </dgm:pt>
    <dgm:pt modelId="{D78EAED1-33DA-46EC-92F0-7FB11CF81266}" type="pres">
      <dgm:prSet presAssocID="{6C53D615-97B3-4F2D-920D-18227B879F7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1EAD604-FC11-4DFD-AF07-27E555F19725}" type="presOf" srcId="{8E445573-5613-458B-B2A8-AFB5B8247C29}" destId="{81ECDB5A-7D04-43F5-B5B4-1A70738FF10C}" srcOrd="0" destOrd="0" presId="urn:microsoft.com/office/officeart/2005/8/layout/vProcess5"/>
    <dgm:cxn modelId="{49763312-F281-4686-81E0-B0F352D80BCA}" type="presOf" srcId="{979F8685-EAD2-4C2A-B0D0-4C3C813DCF78}" destId="{D78EAED1-33DA-46EC-92F0-7FB11CF81266}" srcOrd="1" destOrd="0" presId="urn:microsoft.com/office/officeart/2005/8/layout/vProcess5"/>
    <dgm:cxn modelId="{DFE0DA16-3864-404C-A2F6-76D6FCCDB1C4}" type="presOf" srcId="{3211F04A-D0DC-449E-9315-D8FB6027D588}" destId="{8753449C-8FA5-4821-8949-FC395F4E7384}" srcOrd="0" destOrd="0" presId="urn:microsoft.com/office/officeart/2005/8/layout/vProcess5"/>
    <dgm:cxn modelId="{CBF6C71F-B3CD-47DB-85AE-83522105CF27}" type="presOf" srcId="{5AFBC14B-9023-42C2-8855-C5276019EAC1}" destId="{66724D99-B9F7-452A-9E7B-33CF01D14057}" srcOrd="1" destOrd="0" presId="urn:microsoft.com/office/officeart/2005/8/layout/vProcess5"/>
    <dgm:cxn modelId="{187BB524-2F7C-4AF6-B66D-D4D20B3C1C82}" type="presOf" srcId="{F95938D3-8977-4894-809D-FA2BEB397F3F}" destId="{77B3F344-DA7F-4878-8E01-93919F8FE11D}" srcOrd="0" destOrd="0" presId="urn:microsoft.com/office/officeart/2005/8/layout/vProcess5"/>
    <dgm:cxn modelId="{797F6E27-9DB7-4FA2-B105-41282E3C19C2}" srcId="{6C53D615-97B3-4F2D-920D-18227B879F7A}" destId="{3211F04A-D0DC-449E-9315-D8FB6027D588}" srcOrd="1" destOrd="0" parTransId="{2870CE5A-86F8-4298-BFAD-1F0960A7CD5F}" sibTransId="{F95938D3-8977-4894-809D-FA2BEB397F3F}"/>
    <dgm:cxn modelId="{7151602F-C131-4C02-A441-A1BFD38C5C51}" type="presOf" srcId="{6A7B30EE-DAB2-4406-83E7-02A23CEECC3A}" destId="{2CDFDB5E-C557-477B-8435-2D2F8B74469B}" srcOrd="1" destOrd="0" presId="urn:microsoft.com/office/officeart/2005/8/layout/vProcess5"/>
    <dgm:cxn modelId="{C6080030-1522-42CE-8F00-16EB154A236B}" type="presOf" srcId="{979F8685-EAD2-4C2A-B0D0-4C3C813DCF78}" destId="{EED92ADF-A22E-4D81-A0B2-09CEB9CCC26D}" srcOrd="0" destOrd="0" presId="urn:microsoft.com/office/officeart/2005/8/layout/vProcess5"/>
    <dgm:cxn modelId="{F630AE3F-D4C3-46A2-8290-E84E2E2FE02C}" srcId="{6C53D615-97B3-4F2D-920D-18227B879F7A}" destId="{5AFBC14B-9023-42C2-8855-C5276019EAC1}" srcOrd="3" destOrd="0" parTransId="{BAAC8E1F-ACE8-44FD-9711-E9EC4AC73CF4}" sibTransId="{E885E6CB-04A6-4449-B8BF-191A2176FB81}"/>
    <dgm:cxn modelId="{7CD5C263-70C3-4601-93B6-BBCAB671EBB1}" type="presOf" srcId="{E885E6CB-04A6-4449-B8BF-191A2176FB81}" destId="{EB99E014-51BB-457D-8794-80C7CE8267A0}" srcOrd="0" destOrd="0" presId="urn:microsoft.com/office/officeart/2005/8/layout/vProcess5"/>
    <dgm:cxn modelId="{4F26214B-30B0-4CC2-9E87-41504148C645}" type="presOf" srcId="{8E445573-5613-458B-B2A8-AFB5B8247C29}" destId="{D206479C-08C1-4735-843E-7D010A9E0CCB}" srcOrd="1" destOrd="0" presId="urn:microsoft.com/office/officeart/2005/8/layout/vProcess5"/>
    <dgm:cxn modelId="{B1A34077-2864-4867-ACA9-EA5167C640D9}" type="presOf" srcId="{5AFBC14B-9023-42C2-8855-C5276019EAC1}" destId="{67AEEAEF-5068-4ECF-A5A5-AB580B98BB02}" srcOrd="0" destOrd="0" presId="urn:microsoft.com/office/officeart/2005/8/layout/vProcess5"/>
    <dgm:cxn modelId="{A3BA3C7B-F68E-4F37-B62C-99CC558B7AFB}" type="presOf" srcId="{17EF0477-1DBB-4601-96F8-3161A01B7C4D}" destId="{EF699FF9-349A-4066-BAF4-99748235007B}" srcOrd="0" destOrd="0" presId="urn:microsoft.com/office/officeart/2005/8/layout/vProcess5"/>
    <dgm:cxn modelId="{7BC5AE89-7DCB-49DF-BD72-4E499263F19B}" srcId="{6C53D615-97B3-4F2D-920D-18227B879F7A}" destId="{8E445573-5613-458B-B2A8-AFB5B8247C29}" srcOrd="0" destOrd="0" parTransId="{3133AF7B-F705-4D0E-A30E-EBC67043A122}" sibTransId="{17EF0477-1DBB-4601-96F8-3161A01B7C4D}"/>
    <dgm:cxn modelId="{0F9E5FA5-9E17-4DE9-949E-D8488B9961F6}" srcId="{6C53D615-97B3-4F2D-920D-18227B879F7A}" destId="{979F8685-EAD2-4C2A-B0D0-4C3C813DCF78}" srcOrd="4" destOrd="0" parTransId="{24890D5A-6443-4B2B-9E2F-1D8DEEB4CB17}" sibTransId="{D3EE9C90-643B-4C40-B1C5-7D776AF5343E}"/>
    <dgm:cxn modelId="{AD8553D0-88B2-46E4-A57F-FB83399355D6}" type="presOf" srcId="{6C53D615-97B3-4F2D-920D-18227B879F7A}" destId="{152BCE35-8153-4982-9726-96AE0F5D1AA2}" srcOrd="0" destOrd="0" presId="urn:microsoft.com/office/officeart/2005/8/layout/vProcess5"/>
    <dgm:cxn modelId="{1D4C6CD2-A81B-4FB9-AA74-F370E320EB63}" type="presOf" srcId="{869F77C7-5F94-46E5-B4CF-1D9C08411E7D}" destId="{15849EEA-D1AD-4A40-88BD-1AD7969A64EF}" srcOrd="0" destOrd="0" presId="urn:microsoft.com/office/officeart/2005/8/layout/vProcess5"/>
    <dgm:cxn modelId="{969C41E0-3431-46DD-99C8-1644A8BC7A23}" type="presOf" srcId="{3211F04A-D0DC-449E-9315-D8FB6027D588}" destId="{A820B4A2-4C93-47DF-B4A0-5D2567607E67}" srcOrd="1" destOrd="0" presId="urn:microsoft.com/office/officeart/2005/8/layout/vProcess5"/>
    <dgm:cxn modelId="{A79FABE8-66E7-4145-AE7C-5D63C5A1EDB0}" type="presOf" srcId="{6A7B30EE-DAB2-4406-83E7-02A23CEECC3A}" destId="{417BBAA4-6F5A-4AD9-9FEB-2828497E1DC4}" srcOrd="0" destOrd="0" presId="urn:microsoft.com/office/officeart/2005/8/layout/vProcess5"/>
    <dgm:cxn modelId="{203D62E9-618C-45F0-86E1-6144C71AFDC1}" srcId="{6C53D615-97B3-4F2D-920D-18227B879F7A}" destId="{6A7B30EE-DAB2-4406-83E7-02A23CEECC3A}" srcOrd="2" destOrd="0" parTransId="{F87DD42A-B150-49AF-AD79-76416D6638DB}" sibTransId="{869F77C7-5F94-46E5-B4CF-1D9C08411E7D}"/>
    <dgm:cxn modelId="{8A4D4F99-ADF9-4E4C-BBA1-897F0D37711B}" type="presParOf" srcId="{152BCE35-8153-4982-9726-96AE0F5D1AA2}" destId="{FB5D5010-03D3-40AE-8915-752BA87C993C}" srcOrd="0" destOrd="0" presId="urn:microsoft.com/office/officeart/2005/8/layout/vProcess5"/>
    <dgm:cxn modelId="{502234D7-C664-4D70-BC9E-4772B90B04C6}" type="presParOf" srcId="{152BCE35-8153-4982-9726-96AE0F5D1AA2}" destId="{81ECDB5A-7D04-43F5-B5B4-1A70738FF10C}" srcOrd="1" destOrd="0" presId="urn:microsoft.com/office/officeart/2005/8/layout/vProcess5"/>
    <dgm:cxn modelId="{C1F6A4B7-BB31-4DFD-916A-D24AE1F935BF}" type="presParOf" srcId="{152BCE35-8153-4982-9726-96AE0F5D1AA2}" destId="{8753449C-8FA5-4821-8949-FC395F4E7384}" srcOrd="2" destOrd="0" presId="urn:microsoft.com/office/officeart/2005/8/layout/vProcess5"/>
    <dgm:cxn modelId="{86E224D5-8E4A-40C3-A230-3161C9DA7122}" type="presParOf" srcId="{152BCE35-8153-4982-9726-96AE0F5D1AA2}" destId="{417BBAA4-6F5A-4AD9-9FEB-2828497E1DC4}" srcOrd="3" destOrd="0" presId="urn:microsoft.com/office/officeart/2005/8/layout/vProcess5"/>
    <dgm:cxn modelId="{6A69AA3C-F5A8-44BF-820F-32561081191C}" type="presParOf" srcId="{152BCE35-8153-4982-9726-96AE0F5D1AA2}" destId="{67AEEAEF-5068-4ECF-A5A5-AB580B98BB02}" srcOrd="4" destOrd="0" presId="urn:microsoft.com/office/officeart/2005/8/layout/vProcess5"/>
    <dgm:cxn modelId="{4FC85961-29B0-4E2B-A2F6-C932C4B71A53}" type="presParOf" srcId="{152BCE35-8153-4982-9726-96AE0F5D1AA2}" destId="{EED92ADF-A22E-4D81-A0B2-09CEB9CCC26D}" srcOrd="5" destOrd="0" presId="urn:microsoft.com/office/officeart/2005/8/layout/vProcess5"/>
    <dgm:cxn modelId="{F3840586-B5CD-45EA-BDD8-1850A1C1B3E5}" type="presParOf" srcId="{152BCE35-8153-4982-9726-96AE0F5D1AA2}" destId="{EF699FF9-349A-4066-BAF4-99748235007B}" srcOrd="6" destOrd="0" presId="urn:microsoft.com/office/officeart/2005/8/layout/vProcess5"/>
    <dgm:cxn modelId="{A6AB1D67-73A5-4D2F-9B06-1E65A0411183}" type="presParOf" srcId="{152BCE35-8153-4982-9726-96AE0F5D1AA2}" destId="{77B3F344-DA7F-4878-8E01-93919F8FE11D}" srcOrd="7" destOrd="0" presId="urn:microsoft.com/office/officeart/2005/8/layout/vProcess5"/>
    <dgm:cxn modelId="{8FE65CF1-A211-4AF5-9CCE-C8B5FDCA2FD6}" type="presParOf" srcId="{152BCE35-8153-4982-9726-96AE0F5D1AA2}" destId="{15849EEA-D1AD-4A40-88BD-1AD7969A64EF}" srcOrd="8" destOrd="0" presId="urn:microsoft.com/office/officeart/2005/8/layout/vProcess5"/>
    <dgm:cxn modelId="{E05C823E-6CEF-40EF-85A3-D0CD600B528C}" type="presParOf" srcId="{152BCE35-8153-4982-9726-96AE0F5D1AA2}" destId="{EB99E014-51BB-457D-8794-80C7CE8267A0}" srcOrd="9" destOrd="0" presId="urn:microsoft.com/office/officeart/2005/8/layout/vProcess5"/>
    <dgm:cxn modelId="{75D45612-9BD5-4463-AF04-987753467EB3}" type="presParOf" srcId="{152BCE35-8153-4982-9726-96AE0F5D1AA2}" destId="{D206479C-08C1-4735-843E-7D010A9E0CCB}" srcOrd="10" destOrd="0" presId="urn:microsoft.com/office/officeart/2005/8/layout/vProcess5"/>
    <dgm:cxn modelId="{207204E2-13BC-49C1-A964-C07DA319A1A1}" type="presParOf" srcId="{152BCE35-8153-4982-9726-96AE0F5D1AA2}" destId="{A820B4A2-4C93-47DF-B4A0-5D2567607E67}" srcOrd="11" destOrd="0" presId="urn:microsoft.com/office/officeart/2005/8/layout/vProcess5"/>
    <dgm:cxn modelId="{0AB47118-2983-438A-950A-282F360BA7CD}" type="presParOf" srcId="{152BCE35-8153-4982-9726-96AE0F5D1AA2}" destId="{2CDFDB5E-C557-477B-8435-2D2F8B74469B}" srcOrd="12" destOrd="0" presId="urn:microsoft.com/office/officeart/2005/8/layout/vProcess5"/>
    <dgm:cxn modelId="{D606B4E2-168E-4A2E-A7B8-D5314A7BBD63}" type="presParOf" srcId="{152BCE35-8153-4982-9726-96AE0F5D1AA2}" destId="{66724D99-B9F7-452A-9E7B-33CF01D14057}" srcOrd="13" destOrd="0" presId="urn:microsoft.com/office/officeart/2005/8/layout/vProcess5"/>
    <dgm:cxn modelId="{59BD2D53-3C95-4C1D-A62C-B26373DC355F}" type="presParOf" srcId="{152BCE35-8153-4982-9726-96AE0F5D1AA2}" destId="{D78EAED1-33DA-46EC-92F0-7FB11CF8126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6164E9-77B2-4A47-B750-06F1F62F7BA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871371-0271-405D-930C-250571FA6697}">
      <dgm:prSet/>
      <dgm:spPr/>
      <dgm:t>
        <a:bodyPr/>
        <a:lstStyle/>
        <a:p>
          <a:r>
            <a:rPr lang="en-US" b="1" i="0" baseline="0"/>
            <a:t>Logistic Regression:</a:t>
          </a:r>
          <a:r>
            <a:rPr lang="en-US" b="0" i="0" baseline="0"/>
            <a:t> Baseline, interpretable.</a:t>
          </a:r>
          <a:endParaRPr lang="en-US"/>
        </a:p>
      </dgm:t>
    </dgm:pt>
    <dgm:pt modelId="{F9DBFED2-4ED9-49B1-A9AF-883BA77DD4DC}" type="parTrans" cxnId="{0D6A153B-B3A9-4CBD-B618-EB43A94F515C}">
      <dgm:prSet/>
      <dgm:spPr/>
      <dgm:t>
        <a:bodyPr/>
        <a:lstStyle/>
        <a:p>
          <a:endParaRPr lang="en-US"/>
        </a:p>
      </dgm:t>
    </dgm:pt>
    <dgm:pt modelId="{22BBCC47-8BD7-49E2-B71D-C0955C7520ED}" type="sibTrans" cxnId="{0D6A153B-B3A9-4CBD-B618-EB43A94F515C}">
      <dgm:prSet/>
      <dgm:spPr/>
      <dgm:t>
        <a:bodyPr/>
        <a:lstStyle/>
        <a:p>
          <a:endParaRPr lang="en-US"/>
        </a:p>
      </dgm:t>
    </dgm:pt>
    <dgm:pt modelId="{8D829E25-68DC-49D1-962B-CB4621CE01E3}">
      <dgm:prSet/>
      <dgm:spPr/>
      <dgm:t>
        <a:bodyPr/>
        <a:lstStyle/>
        <a:p>
          <a:r>
            <a:rPr lang="en-US" b="1" i="0" baseline="0"/>
            <a:t>Random Forest:</a:t>
          </a:r>
          <a:r>
            <a:rPr lang="en-US" b="0" i="0" baseline="0"/>
            <a:t> Captured non-linear patterns.</a:t>
          </a:r>
          <a:endParaRPr lang="en-US"/>
        </a:p>
      </dgm:t>
    </dgm:pt>
    <dgm:pt modelId="{3E5796E6-581B-4952-9AFD-554978A27E12}" type="parTrans" cxnId="{1BFAFD11-E187-4097-BB12-1BF14B86B554}">
      <dgm:prSet/>
      <dgm:spPr/>
      <dgm:t>
        <a:bodyPr/>
        <a:lstStyle/>
        <a:p>
          <a:endParaRPr lang="en-US"/>
        </a:p>
      </dgm:t>
    </dgm:pt>
    <dgm:pt modelId="{160554AB-D7C4-4B01-B659-7CE33E85B16F}" type="sibTrans" cxnId="{1BFAFD11-E187-4097-BB12-1BF14B86B554}">
      <dgm:prSet/>
      <dgm:spPr/>
      <dgm:t>
        <a:bodyPr/>
        <a:lstStyle/>
        <a:p>
          <a:endParaRPr lang="en-US"/>
        </a:p>
      </dgm:t>
    </dgm:pt>
    <dgm:pt modelId="{C44911E6-DBCA-4199-9D1F-3AE553C75549}">
      <dgm:prSet/>
      <dgm:spPr/>
      <dgm:t>
        <a:bodyPr/>
        <a:lstStyle/>
        <a:p>
          <a:r>
            <a:rPr lang="en-US" b="1" i="0" baseline="0"/>
            <a:t>LightGBM:</a:t>
          </a:r>
          <a:r>
            <a:rPr lang="en-US" b="0" i="0" baseline="0"/>
            <a:t> Fast gradient boosting.</a:t>
          </a:r>
          <a:endParaRPr lang="en-US"/>
        </a:p>
      </dgm:t>
    </dgm:pt>
    <dgm:pt modelId="{228F06E6-4CED-4056-94F2-895A604167BD}" type="parTrans" cxnId="{554A5479-C2A6-4BB9-A438-F5B2AE90B832}">
      <dgm:prSet/>
      <dgm:spPr/>
      <dgm:t>
        <a:bodyPr/>
        <a:lstStyle/>
        <a:p>
          <a:endParaRPr lang="en-US"/>
        </a:p>
      </dgm:t>
    </dgm:pt>
    <dgm:pt modelId="{F6572D85-70EE-43CF-ACF9-001410C90B46}" type="sibTrans" cxnId="{554A5479-C2A6-4BB9-A438-F5B2AE90B832}">
      <dgm:prSet/>
      <dgm:spPr/>
      <dgm:t>
        <a:bodyPr/>
        <a:lstStyle/>
        <a:p>
          <a:endParaRPr lang="en-US"/>
        </a:p>
      </dgm:t>
    </dgm:pt>
    <dgm:pt modelId="{895E66E8-2549-49A4-911C-AD234AA4CA1A}">
      <dgm:prSet/>
      <dgm:spPr/>
      <dgm:t>
        <a:bodyPr/>
        <a:lstStyle/>
        <a:p>
          <a:r>
            <a:rPr lang="en-US" b="1" i="0" baseline="0"/>
            <a:t>XGBoost:</a:t>
          </a:r>
          <a:r>
            <a:rPr lang="en-US" b="0" i="0" baseline="0"/>
            <a:t> Handled complex relationships.</a:t>
          </a:r>
          <a:endParaRPr lang="en-US"/>
        </a:p>
      </dgm:t>
    </dgm:pt>
    <dgm:pt modelId="{A7A07C4F-295E-42DA-B191-A0D514184C0C}" type="parTrans" cxnId="{D49FC015-FBE4-45F9-B0AA-A9E4518E3747}">
      <dgm:prSet/>
      <dgm:spPr/>
      <dgm:t>
        <a:bodyPr/>
        <a:lstStyle/>
        <a:p>
          <a:endParaRPr lang="en-US"/>
        </a:p>
      </dgm:t>
    </dgm:pt>
    <dgm:pt modelId="{386705E1-831B-44DF-81A4-47BB013F5D56}" type="sibTrans" cxnId="{D49FC015-FBE4-45F9-B0AA-A9E4518E3747}">
      <dgm:prSet/>
      <dgm:spPr/>
      <dgm:t>
        <a:bodyPr/>
        <a:lstStyle/>
        <a:p>
          <a:endParaRPr lang="en-US"/>
        </a:p>
      </dgm:t>
    </dgm:pt>
    <dgm:pt modelId="{AC1432C0-F785-46EE-A859-D0CFA3C49E2F}">
      <dgm:prSet/>
      <dgm:spPr/>
      <dgm:t>
        <a:bodyPr/>
        <a:lstStyle/>
        <a:p>
          <a:r>
            <a:rPr lang="en-US" b="1" i="0" baseline="0"/>
            <a:t>CatBoost:</a:t>
          </a:r>
          <a:r>
            <a:rPr lang="en-US" b="0" i="0" baseline="0"/>
            <a:t> Strong with categorical data.</a:t>
          </a:r>
          <a:endParaRPr lang="en-US"/>
        </a:p>
      </dgm:t>
    </dgm:pt>
    <dgm:pt modelId="{F2400E3C-DAFC-4192-9B5F-CE0A1DE265ED}" type="parTrans" cxnId="{72C7FBE9-5F95-4CB8-A06B-25EB8606FC44}">
      <dgm:prSet/>
      <dgm:spPr/>
      <dgm:t>
        <a:bodyPr/>
        <a:lstStyle/>
        <a:p>
          <a:endParaRPr lang="en-US"/>
        </a:p>
      </dgm:t>
    </dgm:pt>
    <dgm:pt modelId="{B75F7C62-000C-42F7-95B0-9478E898ABFB}" type="sibTrans" cxnId="{72C7FBE9-5F95-4CB8-A06B-25EB8606FC44}">
      <dgm:prSet/>
      <dgm:spPr/>
      <dgm:t>
        <a:bodyPr/>
        <a:lstStyle/>
        <a:p>
          <a:endParaRPr lang="en-US"/>
        </a:p>
      </dgm:t>
    </dgm:pt>
    <dgm:pt modelId="{CF862142-0D8B-4153-AFCE-49A026F665FC}" type="pres">
      <dgm:prSet presAssocID="{116164E9-77B2-4A47-B750-06F1F62F7BA1}" presName="linear" presStyleCnt="0">
        <dgm:presLayoutVars>
          <dgm:animLvl val="lvl"/>
          <dgm:resizeHandles val="exact"/>
        </dgm:presLayoutVars>
      </dgm:prSet>
      <dgm:spPr/>
    </dgm:pt>
    <dgm:pt modelId="{CAA691DC-185F-492A-AFE5-C1F4A4A4105B}" type="pres">
      <dgm:prSet presAssocID="{A7871371-0271-405D-930C-250571FA669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5778307-7F94-48C2-91F4-FCA550CC1409}" type="pres">
      <dgm:prSet presAssocID="{22BBCC47-8BD7-49E2-B71D-C0955C7520ED}" presName="spacer" presStyleCnt="0"/>
      <dgm:spPr/>
    </dgm:pt>
    <dgm:pt modelId="{F44394F3-0AD0-4160-881E-350CA5DDEE00}" type="pres">
      <dgm:prSet presAssocID="{8D829E25-68DC-49D1-962B-CB4621CE01E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7B5BDBC-6C7C-4E9F-8701-3423F74D8F1A}" type="pres">
      <dgm:prSet presAssocID="{160554AB-D7C4-4B01-B659-7CE33E85B16F}" presName="spacer" presStyleCnt="0"/>
      <dgm:spPr/>
    </dgm:pt>
    <dgm:pt modelId="{16AE56F0-A165-4484-93F3-BDD935578037}" type="pres">
      <dgm:prSet presAssocID="{C44911E6-DBCA-4199-9D1F-3AE553C7554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19BF79B-EDF0-4B7F-A11A-9A9C2E97CA50}" type="pres">
      <dgm:prSet presAssocID="{F6572D85-70EE-43CF-ACF9-001410C90B46}" presName="spacer" presStyleCnt="0"/>
      <dgm:spPr/>
    </dgm:pt>
    <dgm:pt modelId="{CFEDBDDB-E3C3-43DB-A9BB-DA7AB8D2864B}" type="pres">
      <dgm:prSet presAssocID="{895E66E8-2549-49A4-911C-AD234AA4CA1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47413A-333F-464D-BB62-AF28BD19A161}" type="pres">
      <dgm:prSet presAssocID="{386705E1-831B-44DF-81A4-47BB013F5D56}" presName="spacer" presStyleCnt="0"/>
      <dgm:spPr/>
    </dgm:pt>
    <dgm:pt modelId="{2BACCCCC-E8A9-44F1-B965-B49B71693769}" type="pres">
      <dgm:prSet presAssocID="{AC1432C0-F785-46EE-A859-D0CFA3C49E2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8111010-FB9F-4E0F-9E9C-D7965C9BC819}" type="presOf" srcId="{8D829E25-68DC-49D1-962B-CB4621CE01E3}" destId="{F44394F3-0AD0-4160-881E-350CA5DDEE00}" srcOrd="0" destOrd="0" presId="urn:microsoft.com/office/officeart/2005/8/layout/vList2"/>
    <dgm:cxn modelId="{1BFAFD11-E187-4097-BB12-1BF14B86B554}" srcId="{116164E9-77B2-4A47-B750-06F1F62F7BA1}" destId="{8D829E25-68DC-49D1-962B-CB4621CE01E3}" srcOrd="1" destOrd="0" parTransId="{3E5796E6-581B-4952-9AFD-554978A27E12}" sibTransId="{160554AB-D7C4-4B01-B659-7CE33E85B16F}"/>
    <dgm:cxn modelId="{D49FC015-FBE4-45F9-B0AA-A9E4518E3747}" srcId="{116164E9-77B2-4A47-B750-06F1F62F7BA1}" destId="{895E66E8-2549-49A4-911C-AD234AA4CA1A}" srcOrd="3" destOrd="0" parTransId="{A7A07C4F-295E-42DA-B191-A0D514184C0C}" sibTransId="{386705E1-831B-44DF-81A4-47BB013F5D56}"/>
    <dgm:cxn modelId="{AB69E030-A2B4-4B03-8E5B-F6239B96A74A}" type="presOf" srcId="{895E66E8-2549-49A4-911C-AD234AA4CA1A}" destId="{CFEDBDDB-E3C3-43DB-A9BB-DA7AB8D2864B}" srcOrd="0" destOrd="0" presId="urn:microsoft.com/office/officeart/2005/8/layout/vList2"/>
    <dgm:cxn modelId="{0D6A153B-B3A9-4CBD-B618-EB43A94F515C}" srcId="{116164E9-77B2-4A47-B750-06F1F62F7BA1}" destId="{A7871371-0271-405D-930C-250571FA6697}" srcOrd="0" destOrd="0" parTransId="{F9DBFED2-4ED9-49B1-A9AF-883BA77DD4DC}" sibTransId="{22BBCC47-8BD7-49E2-B71D-C0955C7520ED}"/>
    <dgm:cxn modelId="{F3630242-095C-4E0E-A259-6641CAF3043F}" type="presOf" srcId="{A7871371-0271-405D-930C-250571FA6697}" destId="{CAA691DC-185F-492A-AFE5-C1F4A4A4105B}" srcOrd="0" destOrd="0" presId="urn:microsoft.com/office/officeart/2005/8/layout/vList2"/>
    <dgm:cxn modelId="{3F9B9546-4DE2-45EA-BFDF-78E5E24E2FF1}" type="presOf" srcId="{C44911E6-DBCA-4199-9D1F-3AE553C75549}" destId="{16AE56F0-A165-4484-93F3-BDD935578037}" srcOrd="0" destOrd="0" presId="urn:microsoft.com/office/officeart/2005/8/layout/vList2"/>
    <dgm:cxn modelId="{554A5479-C2A6-4BB9-A438-F5B2AE90B832}" srcId="{116164E9-77B2-4A47-B750-06F1F62F7BA1}" destId="{C44911E6-DBCA-4199-9D1F-3AE553C75549}" srcOrd="2" destOrd="0" parTransId="{228F06E6-4CED-4056-94F2-895A604167BD}" sibTransId="{F6572D85-70EE-43CF-ACF9-001410C90B46}"/>
    <dgm:cxn modelId="{0E21C3BA-D29F-4CED-82AC-C32D0D566228}" type="presOf" srcId="{116164E9-77B2-4A47-B750-06F1F62F7BA1}" destId="{CF862142-0D8B-4153-AFCE-49A026F665FC}" srcOrd="0" destOrd="0" presId="urn:microsoft.com/office/officeart/2005/8/layout/vList2"/>
    <dgm:cxn modelId="{72C7FBE9-5F95-4CB8-A06B-25EB8606FC44}" srcId="{116164E9-77B2-4A47-B750-06F1F62F7BA1}" destId="{AC1432C0-F785-46EE-A859-D0CFA3C49E2F}" srcOrd="4" destOrd="0" parTransId="{F2400E3C-DAFC-4192-9B5F-CE0A1DE265ED}" sibTransId="{B75F7C62-000C-42F7-95B0-9478E898ABFB}"/>
    <dgm:cxn modelId="{16C8E4ED-7547-455E-A093-F21A681349B6}" type="presOf" srcId="{AC1432C0-F785-46EE-A859-D0CFA3C49E2F}" destId="{2BACCCCC-E8A9-44F1-B965-B49B71693769}" srcOrd="0" destOrd="0" presId="urn:microsoft.com/office/officeart/2005/8/layout/vList2"/>
    <dgm:cxn modelId="{84BDEB7C-FD12-4418-BBC1-131A1ACEB0D7}" type="presParOf" srcId="{CF862142-0D8B-4153-AFCE-49A026F665FC}" destId="{CAA691DC-185F-492A-AFE5-C1F4A4A4105B}" srcOrd="0" destOrd="0" presId="urn:microsoft.com/office/officeart/2005/8/layout/vList2"/>
    <dgm:cxn modelId="{4EF35D1A-D4B2-427A-BBF7-A222CF721F98}" type="presParOf" srcId="{CF862142-0D8B-4153-AFCE-49A026F665FC}" destId="{55778307-7F94-48C2-91F4-FCA550CC1409}" srcOrd="1" destOrd="0" presId="urn:microsoft.com/office/officeart/2005/8/layout/vList2"/>
    <dgm:cxn modelId="{2CF12BF2-A67B-48B2-B32E-4A03B73474FA}" type="presParOf" srcId="{CF862142-0D8B-4153-AFCE-49A026F665FC}" destId="{F44394F3-0AD0-4160-881E-350CA5DDEE00}" srcOrd="2" destOrd="0" presId="urn:microsoft.com/office/officeart/2005/8/layout/vList2"/>
    <dgm:cxn modelId="{76EB17BD-15B5-44BE-BA1A-1FE527D74AF0}" type="presParOf" srcId="{CF862142-0D8B-4153-AFCE-49A026F665FC}" destId="{F7B5BDBC-6C7C-4E9F-8701-3423F74D8F1A}" srcOrd="3" destOrd="0" presId="urn:microsoft.com/office/officeart/2005/8/layout/vList2"/>
    <dgm:cxn modelId="{C69EBD6B-8A89-41C5-913A-6621AE72A313}" type="presParOf" srcId="{CF862142-0D8B-4153-AFCE-49A026F665FC}" destId="{16AE56F0-A165-4484-93F3-BDD935578037}" srcOrd="4" destOrd="0" presId="urn:microsoft.com/office/officeart/2005/8/layout/vList2"/>
    <dgm:cxn modelId="{8AA1E719-7117-40AE-A1EA-EC0AB965EFD8}" type="presParOf" srcId="{CF862142-0D8B-4153-AFCE-49A026F665FC}" destId="{C19BF79B-EDF0-4B7F-A11A-9A9C2E97CA50}" srcOrd="5" destOrd="0" presId="urn:microsoft.com/office/officeart/2005/8/layout/vList2"/>
    <dgm:cxn modelId="{FD508816-3DAC-435C-9F86-47B77A542264}" type="presParOf" srcId="{CF862142-0D8B-4153-AFCE-49A026F665FC}" destId="{CFEDBDDB-E3C3-43DB-A9BB-DA7AB8D2864B}" srcOrd="6" destOrd="0" presId="urn:microsoft.com/office/officeart/2005/8/layout/vList2"/>
    <dgm:cxn modelId="{70830F70-B048-4384-8254-D2BBD2345702}" type="presParOf" srcId="{CF862142-0D8B-4153-AFCE-49A026F665FC}" destId="{9F47413A-333F-464D-BB62-AF28BD19A161}" srcOrd="7" destOrd="0" presId="urn:microsoft.com/office/officeart/2005/8/layout/vList2"/>
    <dgm:cxn modelId="{09E14FE2-92C6-4D7F-AEF2-CCFDD5E9F9CC}" type="presParOf" srcId="{CF862142-0D8B-4153-AFCE-49A026F665FC}" destId="{2BACCCCC-E8A9-44F1-B965-B49B716937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E0A1CE-F67F-4B9A-88FA-318A2650590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6361792-47E9-42D1-8565-63903D469DE1}">
      <dgm:prSet/>
      <dgm:spPr/>
      <dgm:t>
        <a:bodyPr/>
        <a:lstStyle/>
        <a:p>
          <a:pPr>
            <a:defRPr cap="all"/>
          </a:pPr>
          <a:r>
            <a:rPr lang="en-US" b="0" i="0" baseline="0"/>
            <a:t>Balanced classes using </a:t>
          </a:r>
          <a:r>
            <a:rPr lang="en-US" b="1" i="0" baseline="0"/>
            <a:t>SMOTE</a:t>
          </a:r>
          <a:r>
            <a:rPr lang="en-US" b="0" i="0" baseline="0"/>
            <a:t>.</a:t>
          </a:r>
          <a:endParaRPr lang="en-US"/>
        </a:p>
      </dgm:t>
    </dgm:pt>
    <dgm:pt modelId="{F6EC55EB-CEAD-484E-9C59-DDE104B6F415}" type="parTrans" cxnId="{57BC6DFD-0F05-46E1-A9BC-A51051A2BDF7}">
      <dgm:prSet/>
      <dgm:spPr/>
      <dgm:t>
        <a:bodyPr/>
        <a:lstStyle/>
        <a:p>
          <a:endParaRPr lang="en-US"/>
        </a:p>
      </dgm:t>
    </dgm:pt>
    <dgm:pt modelId="{52C400DC-E9DE-4A53-8C98-83718F6B5E42}" type="sibTrans" cxnId="{57BC6DFD-0F05-46E1-A9BC-A51051A2BDF7}">
      <dgm:prSet/>
      <dgm:spPr/>
      <dgm:t>
        <a:bodyPr/>
        <a:lstStyle/>
        <a:p>
          <a:endParaRPr lang="en-US"/>
        </a:p>
      </dgm:t>
    </dgm:pt>
    <dgm:pt modelId="{EAC7CC54-8F8A-409D-ACC1-053F79634CED}">
      <dgm:prSet/>
      <dgm:spPr/>
      <dgm:t>
        <a:bodyPr/>
        <a:lstStyle/>
        <a:p>
          <a:pPr>
            <a:defRPr cap="all"/>
          </a:pPr>
          <a:r>
            <a:rPr lang="en-US" b="0" i="0" baseline="0"/>
            <a:t>Used </a:t>
          </a:r>
          <a:r>
            <a:rPr lang="en-US" b="1" i="0" baseline="0"/>
            <a:t>stratified train/test split</a:t>
          </a:r>
          <a:r>
            <a:rPr lang="en-US" b="0" i="0" baseline="0"/>
            <a:t> to keep class ratios.</a:t>
          </a:r>
          <a:endParaRPr lang="en-US"/>
        </a:p>
      </dgm:t>
    </dgm:pt>
    <dgm:pt modelId="{964A1453-D0ED-4D61-A30A-1B25FDAF7ACB}" type="parTrans" cxnId="{43C4ECC6-4ED0-49D7-91A4-61F0E5F5D747}">
      <dgm:prSet/>
      <dgm:spPr/>
      <dgm:t>
        <a:bodyPr/>
        <a:lstStyle/>
        <a:p>
          <a:endParaRPr lang="en-US"/>
        </a:p>
      </dgm:t>
    </dgm:pt>
    <dgm:pt modelId="{DFC6E875-E70E-4990-B074-7C3C8A6D1D16}" type="sibTrans" cxnId="{43C4ECC6-4ED0-49D7-91A4-61F0E5F5D747}">
      <dgm:prSet/>
      <dgm:spPr/>
      <dgm:t>
        <a:bodyPr/>
        <a:lstStyle/>
        <a:p>
          <a:endParaRPr lang="en-US"/>
        </a:p>
      </dgm:t>
    </dgm:pt>
    <dgm:pt modelId="{13D6D86B-9CBA-490A-8B3E-0FA0AF4F84EC}">
      <dgm:prSet/>
      <dgm:spPr/>
      <dgm:t>
        <a:bodyPr/>
        <a:lstStyle/>
        <a:p>
          <a:pPr>
            <a:defRPr cap="all"/>
          </a:pPr>
          <a:r>
            <a:rPr lang="en-US" b="0" i="0" baseline="0"/>
            <a:t>Chose </a:t>
          </a:r>
          <a:r>
            <a:rPr lang="en-US" b="1" i="0" baseline="0"/>
            <a:t>macro F1-score</a:t>
          </a:r>
          <a:r>
            <a:rPr lang="en-US" b="0" i="0" baseline="0"/>
            <a:t> as the main evaluation metric.</a:t>
          </a:r>
          <a:endParaRPr lang="en-US"/>
        </a:p>
      </dgm:t>
    </dgm:pt>
    <dgm:pt modelId="{87FF4D24-96BC-41DF-9F21-2A2AE003CE6F}" type="parTrans" cxnId="{8CAA9AF2-5D07-4ED2-A523-FB821EC7CD4C}">
      <dgm:prSet/>
      <dgm:spPr/>
      <dgm:t>
        <a:bodyPr/>
        <a:lstStyle/>
        <a:p>
          <a:endParaRPr lang="en-US"/>
        </a:p>
      </dgm:t>
    </dgm:pt>
    <dgm:pt modelId="{4789F5D6-5A0E-4AF9-B9F7-101332667343}" type="sibTrans" cxnId="{8CAA9AF2-5D07-4ED2-A523-FB821EC7CD4C}">
      <dgm:prSet/>
      <dgm:spPr/>
      <dgm:t>
        <a:bodyPr/>
        <a:lstStyle/>
        <a:p>
          <a:endParaRPr lang="en-US"/>
        </a:p>
      </dgm:t>
    </dgm:pt>
    <dgm:pt modelId="{BA0566DE-7443-498C-A1BA-AA233854BD77}">
      <dgm:prSet/>
      <dgm:spPr/>
      <dgm:t>
        <a:bodyPr/>
        <a:lstStyle/>
        <a:p>
          <a:pPr>
            <a:defRPr cap="all"/>
          </a:pPr>
          <a:r>
            <a:rPr lang="en-US" b="0" i="0" baseline="0"/>
            <a:t>Compared multiple models to find the most balanced performer.</a:t>
          </a:r>
          <a:endParaRPr lang="en-US"/>
        </a:p>
      </dgm:t>
    </dgm:pt>
    <dgm:pt modelId="{84AC1171-6D22-439B-A3AA-B034BE8AAC51}" type="parTrans" cxnId="{B2D9BA70-0447-4803-9F47-7F659836B3CC}">
      <dgm:prSet/>
      <dgm:spPr/>
      <dgm:t>
        <a:bodyPr/>
        <a:lstStyle/>
        <a:p>
          <a:endParaRPr lang="en-US"/>
        </a:p>
      </dgm:t>
    </dgm:pt>
    <dgm:pt modelId="{B95219C9-AE20-4303-9139-538E979E8093}" type="sibTrans" cxnId="{B2D9BA70-0447-4803-9F47-7F659836B3CC}">
      <dgm:prSet/>
      <dgm:spPr/>
      <dgm:t>
        <a:bodyPr/>
        <a:lstStyle/>
        <a:p>
          <a:endParaRPr lang="en-US"/>
        </a:p>
      </dgm:t>
    </dgm:pt>
    <dgm:pt modelId="{F4730D5F-323A-47E6-BB85-9879EF6B730C}" type="pres">
      <dgm:prSet presAssocID="{C1E0A1CE-F67F-4B9A-88FA-318A2650590B}" presName="root" presStyleCnt="0">
        <dgm:presLayoutVars>
          <dgm:dir/>
          <dgm:resizeHandles val="exact"/>
        </dgm:presLayoutVars>
      </dgm:prSet>
      <dgm:spPr/>
    </dgm:pt>
    <dgm:pt modelId="{399F5A5C-414D-4819-A6BE-E8D702FBFCF0}" type="pres">
      <dgm:prSet presAssocID="{F6361792-47E9-42D1-8565-63903D469DE1}" presName="compNode" presStyleCnt="0"/>
      <dgm:spPr/>
    </dgm:pt>
    <dgm:pt modelId="{A0F86944-4A33-433B-B73E-C38589904C15}" type="pres">
      <dgm:prSet presAssocID="{F6361792-47E9-42D1-8565-63903D469DE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3F7BA05-3B18-4CBA-8BC7-1E2E13C5C31B}" type="pres">
      <dgm:prSet presAssocID="{F6361792-47E9-42D1-8565-63903D469DE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79796DB2-FE61-4C7F-8CFF-D55566969423}" type="pres">
      <dgm:prSet presAssocID="{F6361792-47E9-42D1-8565-63903D469DE1}" presName="spaceRect" presStyleCnt="0"/>
      <dgm:spPr/>
    </dgm:pt>
    <dgm:pt modelId="{8372FDE0-7F60-4CA9-B757-1F00DC4B228F}" type="pres">
      <dgm:prSet presAssocID="{F6361792-47E9-42D1-8565-63903D469DE1}" presName="textRect" presStyleLbl="revTx" presStyleIdx="0" presStyleCnt="4">
        <dgm:presLayoutVars>
          <dgm:chMax val="1"/>
          <dgm:chPref val="1"/>
        </dgm:presLayoutVars>
      </dgm:prSet>
      <dgm:spPr/>
    </dgm:pt>
    <dgm:pt modelId="{76A2DE0F-13CA-41D5-9626-9086629789CD}" type="pres">
      <dgm:prSet presAssocID="{52C400DC-E9DE-4A53-8C98-83718F6B5E42}" presName="sibTrans" presStyleCnt="0"/>
      <dgm:spPr/>
    </dgm:pt>
    <dgm:pt modelId="{A21B0336-2F9D-45DC-9707-1C4EBD1EEF3D}" type="pres">
      <dgm:prSet presAssocID="{EAC7CC54-8F8A-409D-ACC1-053F79634CED}" presName="compNode" presStyleCnt="0"/>
      <dgm:spPr/>
    </dgm:pt>
    <dgm:pt modelId="{7F932034-B432-4AE6-873F-44A89F206B9A}" type="pres">
      <dgm:prSet presAssocID="{EAC7CC54-8F8A-409D-ACC1-053F79634CE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06C2884-D5BE-4889-B1EF-C539EE314FDC}" type="pres">
      <dgm:prSet presAssocID="{EAC7CC54-8F8A-409D-ACC1-053F79634CE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A3FC67F8-C334-4DAB-8912-204409169EAB}" type="pres">
      <dgm:prSet presAssocID="{EAC7CC54-8F8A-409D-ACC1-053F79634CED}" presName="spaceRect" presStyleCnt="0"/>
      <dgm:spPr/>
    </dgm:pt>
    <dgm:pt modelId="{7909BADA-91EB-4993-BD1A-3A6609F39805}" type="pres">
      <dgm:prSet presAssocID="{EAC7CC54-8F8A-409D-ACC1-053F79634CED}" presName="textRect" presStyleLbl="revTx" presStyleIdx="1" presStyleCnt="4">
        <dgm:presLayoutVars>
          <dgm:chMax val="1"/>
          <dgm:chPref val="1"/>
        </dgm:presLayoutVars>
      </dgm:prSet>
      <dgm:spPr/>
    </dgm:pt>
    <dgm:pt modelId="{48B6BD18-0769-469F-90EC-5291B093BD76}" type="pres">
      <dgm:prSet presAssocID="{DFC6E875-E70E-4990-B074-7C3C8A6D1D16}" presName="sibTrans" presStyleCnt="0"/>
      <dgm:spPr/>
    </dgm:pt>
    <dgm:pt modelId="{06FAB53A-B48B-4F39-835A-996FC31435F5}" type="pres">
      <dgm:prSet presAssocID="{13D6D86B-9CBA-490A-8B3E-0FA0AF4F84EC}" presName="compNode" presStyleCnt="0"/>
      <dgm:spPr/>
    </dgm:pt>
    <dgm:pt modelId="{9EEC67E0-17A9-4C5C-BDA0-E28177BD9BEE}" type="pres">
      <dgm:prSet presAssocID="{13D6D86B-9CBA-490A-8B3E-0FA0AF4F84EC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D73B0C8-6A2F-41FB-BE51-47276B5F92D4}" type="pres">
      <dgm:prSet presAssocID="{13D6D86B-9CBA-490A-8B3E-0FA0AF4F84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7F2431-1BE2-4404-A971-75767264EB50}" type="pres">
      <dgm:prSet presAssocID="{13D6D86B-9CBA-490A-8B3E-0FA0AF4F84EC}" presName="spaceRect" presStyleCnt="0"/>
      <dgm:spPr/>
    </dgm:pt>
    <dgm:pt modelId="{40124F40-51EA-420D-B402-C24F2B93E8D2}" type="pres">
      <dgm:prSet presAssocID="{13D6D86B-9CBA-490A-8B3E-0FA0AF4F84EC}" presName="textRect" presStyleLbl="revTx" presStyleIdx="2" presStyleCnt="4">
        <dgm:presLayoutVars>
          <dgm:chMax val="1"/>
          <dgm:chPref val="1"/>
        </dgm:presLayoutVars>
      </dgm:prSet>
      <dgm:spPr/>
    </dgm:pt>
    <dgm:pt modelId="{BD6C7BC0-AE09-4672-B340-64654D5780AE}" type="pres">
      <dgm:prSet presAssocID="{4789F5D6-5A0E-4AF9-B9F7-101332667343}" presName="sibTrans" presStyleCnt="0"/>
      <dgm:spPr/>
    </dgm:pt>
    <dgm:pt modelId="{FF26D3C7-E3E1-461C-9E8A-F54F49749A1A}" type="pres">
      <dgm:prSet presAssocID="{BA0566DE-7443-498C-A1BA-AA233854BD77}" presName="compNode" presStyleCnt="0"/>
      <dgm:spPr/>
    </dgm:pt>
    <dgm:pt modelId="{8D8D4745-31A2-4B69-93D2-18E1D64B9D13}" type="pres">
      <dgm:prSet presAssocID="{BA0566DE-7443-498C-A1BA-AA233854BD77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F68BAF6-F7C0-4641-A50C-9D901703BD1A}" type="pres">
      <dgm:prSet presAssocID="{BA0566DE-7443-498C-A1BA-AA233854BD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9F49565-1D4F-4D7B-B3CF-6F1B7B0781A2}" type="pres">
      <dgm:prSet presAssocID="{BA0566DE-7443-498C-A1BA-AA233854BD77}" presName="spaceRect" presStyleCnt="0"/>
      <dgm:spPr/>
    </dgm:pt>
    <dgm:pt modelId="{DC404157-1C09-498C-A31C-E2C062987727}" type="pres">
      <dgm:prSet presAssocID="{BA0566DE-7443-498C-A1BA-AA233854BD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2D9BA70-0447-4803-9F47-7F659836B3CC}" srcId="{C1E0A1CE-F67F-4B9A-88FA-318A2650590B}" destId="{BA0566DE-7443-498C-A1BA-AA233854BD77}" srcOrd="3" destOrd="0" parTransId="{84AC1171-6D22-439B-A3AA-B034BE8AAC51}" sibTransId="{B95219C9-AE20-4303-9139-538E979E8093}"/>
    <dgm:cxn modelId="{EC305287-98C8-49E4-A73E-645CDD90CFBB}" type="presOf" srcId="{F6361792-47E9-42D1-8565-63903D469DE1}" destId="{8372FDE0-7F60-4CA9-B757-1F00DC4B228F}" srcOrd="0" destOrd="0" presId="urn:microsoft.com/office/officeart/2018/5/layout/IconLeafLabelList"/>
    <dgm:cxn modelId="{748F9D94-F932-4AED-9223-4048BBB9369D}" type="presOf" srcId="{13D6D86B-9CBA-490A-8B3E-0FA0AF4F84EC}" destId="{40124F40-51EA-420D-B402-C24F2B93E8D2}" srcOrd="0" destOrd="0" presId="urn:microsoft.com/office/officeart/2018/5/layout/IconLeafLabelList"/>
    <dgm:cxn modelId="{43C4ECC6-4ED0-49D7-91A4-61F0E5F5D747}" srcId="{C1E0A1CE-F67F-4B9A-88FA-318A2650590B}" destId="{EAC7CC54-8F8A-409D-ACC1-053F79634CED}" srcOrd="1" destOrd="0" parTransId="{964A1453-D0ED-4D61-A30A-1B25FDAF7ACB}" sibTransId="{DFC6E875-E70E-4990-B074-7C3C8A6D1D16}"/>
    <dgm:cxn modelId="{1B8230DC-356C-4316-BAF4-1FAABDB305D5}" type="presOf" srcId="{EAC7CC54-8F8A-409D-ACC1-053F79634CED}" destId="{7909BADA-91EB-4993-BD1A-3A6609F39805}" srcOrd="0" destOrd="0" presId="urn:microsoft.com/office/officeart/2018/5/layout/IconLeafLabelList"/>
    <dgm:cxn modelId="{274173EB-D269-4E0D-8559-08F45E0D6795}" type="presOf" srcId="{BA0566DE-7443-498C-A1BA-AA233854BD77}" destId="{DC404157-1C09-498C-A31C-E2C062987727}" srcOrd="0" destOrd="0" presId="urn:microsoft.com/office/officeart/2018/5/layout/IconLeafLabelList"/>
    <dgm:cxn modelId="{8CAA9AF2-5D07-4ED2-A523-FB821EC7CD4C}" srcId="{C1E0A1CE-F67F-4B9A-88FA-318A2650590B}" destId="{13D6D86B-9CBA-490A-8B3E-0FA0AF4F84EC}" srcOrd="2" destOrd="0" parTransId="{87FF4D24-96BC-41DF-9F21-2A2AE003CE6F}" sibTransId="{4789F5D6-5A0E-4AF9-B9F7-101332667343}"/>
    <dgm:cxn modelId="{57BC6DFD-0F05-46E1-A9BC-A51051A2BDF7}" srcId="{C1E0A1CE-F67F-4B9A-88FA-318A2650590B}" destId="{F6361792-47E9-42D1-8565-63903D469DE1}" srcOrd="0" destOrd="0" parTransId="{F6EC55EB-CEAD-484E-9C59-DDE104B6F415}" sibTransId="{52C400DC-E9DE-4A53-8C98-83718F6B5E42}"/>
    <dgm:cxn modelId="{20A869FE-F07C-483C-A068-223B0E9D8A02}" type="presOf" srcId="{C1E0A1CE-F67F-4B9A-88FA-318A2650590B}" destId="{F4730D5F-323A-47E6-BB85-9879EF6B730C}" srcOrd="0" destOrd="0" presId="urn:microsoft.com/office/officeart/2018/5/layout/IconLeafLabelList"/>
    <dgm:cxn modelId="{F060F963-3DB6-428D-A736-8221A0EF198A}" type="presParOf" srcId="{F4730D5F-323A-47E6-BB85-9879EF6B730C}" destId="{399F5A5C-414D-4819-A6BE-E8D702FBFCF0}" srcOrd="0" destOrd="0" presId="urn:microsoft.com/office/officeart/2018/5/layout/IconLeafLabelList"/>
    <dgm:cxn modelId="{7F57D33A-DD31-4B9E-B891-293302920F0D}" type="presParOf" srcId="{399F5A5C-414D-4819-A6BE-E8D702FBFCF0}" destId="{A0F86944-4A33-433B-B73E-C38589904C15}" srcOrd="0" destOrd="0" presId="urn:microsoft.com/office/officeart/2018/5/layout/IconLeafLabelList"/>
    <dgm:cxn modelId="{043C710E-8A21-4238-A752-2A144ADC6688}" type="presParOf" srcId="{399F5A5C-414D-4819-A6BE-E8D702FBFCF0}" destId="{33F7BA05-3B18-4CBA-8BC7-1E2E13C5C31B}" srcOrd="1" destOrd="0" presId="urn:microsoft.com/office/officeart/2018/5/layout/IconLeafLabelList"/>
    <dgm:cxn modelId="{E89F3F48-D55D-4181-B9EA-5DDC8B1570A9}" type="presParOf" srcId="{399F5A5C-414D-4819-A6BE-E8D702FBFCF0}" destId="{79796DB2-FE61-4C7F-8CFF-D55566969423}" srcOrd="2" destOrd="0" presId="urn:microsoft.com/office/officeart/2018/5/layout/IconLeafLabelList"/>
    <dgm:cxn modelId="{72797F72-C054-4EB8-94A1-91F738335DFD}" type="presParOf" srcId="{399F5A5C-414D-4819-A6BE-E8D702FBFCF0}" destId="{8372FDE0-7F60-4CA9-B757-1F00DC4B228F}" srcOrd="3" destOrd="0" presId="urn:microsoft.com/office/officeart/2018/5/layout/IconLeafLabelList"/>
    <dgm:cxn modelId="{8F984B68-1D91-4E3B-B563-D6134B9F3AFC}" type="presParOf" srcId="{F4730D5F-323A-47E6-BB85-9879EF6B730C}" destId="{76A2DE0F-13CA-41D5-9626-9086629789CD}" srcOrd="1" destOrd="0" presId="urn:microsoft.com/office/officeart/2018/5/layout/IconLeafLabelList"/>
    <dgm:cxn modelId="{18D7AF53-C2AA-4F51-B063-7BB599D00E71}" type="presParOf" srcId="{F4730D5F-323A-47E6-BB85-9879EF6B730C}" destId="{A21B0336-2F9D-45DC-9707-1C4EBD1EEF3D}" srcOrd="2" destOrd="0" presId="urn:microsoft.com/office/officeart/2018/5/layout/IconLeafLabelList"/>
    <dgm:cxn modelId="{875FDD16-463A-453D-8E21-3E84A83EA0FE}" type="presParOf" srcId="{A21B0336-2F9D-45DC-9707-1C4EBD1EEF3D}" destId="{7F932034-B432-4AE6-873F-44A89F206B9A}" srcOrd="0" destOrd="0" presId="urn:microsoft.com/office/officeart/2018/5/layout/IconLeafLabelList"/>
    <dgm:cxn modelId="{2C3ABFA4-C532-4C66-815E-F4742512FFD3}" type="presParOf" srcId="{A21B0336-2F9D-45DC-9707-1C4EBD1EEF3D}" destId="{206C2884-D5BE-4889-B1EF-C539EE314FDC}" srcOrd="1" destOrd="0" presId="urn:microsoft.com/office/officeart/2018/5/layout/IconLeafLabelList"/>
    <dgm:cxn modelId="{C158616B-5C3E-45EF-A374-DD8650FE3D7C}" type="presParOf" srcId="{A21B0336-2F9D-45DC-9707-1C4EBD1EEF3D}" destId="{A3FC67F8-C334-4DAB-8912-204409169EAB}" srcOrd="2" destOrd="0" presId="urn:microsoft.com/office/officeart/2018/5/layout/IconLeafLabelList"/>
    <dgm:cxn modelId="{8F6D519E-6D98-4548-AB2A-616E0B07E9C3}" type="presParOf" srcId="{A21B0336-2F9D-45DC-9707-1C4EBD1EEF3D}" destId="{7909BADA-91EB-4993-BD1A-3A6609F39805}" srcOrd="3" destOrd="0" presId="urn:microsoft.com/office/officeart/2018/5/layout/IconLeafLabelList"/>
    <dgm:cxn modelId="{7D31E184-0E1B-45AA-AB67-ACD2D0187E9A}" type="presParOf" srcId="{F4730D5F-323A-47E6-BB85-9879EF6B730C}" destId="{48B6BD18-0769-469F-90EC-5291B093BD76}" srcOrd="3" destOrd="0" presId="urn:microsoft.com/office/officeart/2018/5/layout/IconLeafLabelList"/>
    <dgm:cxn modelId="{605064BB-A304-428F-814C-1E5F19E9441A}" type="presParOf" srcId="{F4730D5F-323A-47E6-BB85-9879EF6B730C}" destId="{06FAB53A-B48B-4F39-835A-996FC31435F5}" srcOrd="4" destOrd="0" presId="urn:microsoft.com/office/officeart/2018/5/layout/IconLeafLabelList"/>
    <dgm:cxn modelId="{CE457E1D-0C29-49A3-B3AD-B7078BA6EB82}" type="presParOf" srcId="{06FAB53A-B48B-4F39-835A-996FC31435F5}" destId="{9EEC67E0-17A9-4C5C-BDA0-E28177BD9BEE}" srcOrd="0" destOrd="0" presId="urn:microsoft.com/office/officeart/2018/5/layout/IconLeafLabelList"/>
    <dgm:cxn modelId="{7CB36EC0-5B5D-4466-829D-6A92E23A6AF2}" type="presParOf" srcId="{06FAB53A-B48B-4F39-835A-996FC31435F5}" destId="{6D73B0C8-6A2F-41FB-BE51-47276B5F92D4}" srcOrd="1" destOrd="0" presId="urn:microsoft.com/office/officeart/2018/5/layout/IconLeafLabelList"/>
    <dgm:cxn modelId="{65502F95-40FC-4DCC-9B77-925D19632ED9}" type="presParOf" srcId="{06FAB53A-B48B-4F39-835A-996FC31435F5}" destId="{9C7F2431-1BE2-4404-A971-75767264EB50}" srcOrd="2" destOrd="0" presId="urn:microsoft.com/office/officeart/2018/5/layout/IconLeafLabelList"/>
    <dgm:cxn modelId="{4441B1E8-40D9-4E57-BC41-A273BDCC27E6}" type="presParOf" srcId="{06FAB53A-B48B-4F39-835A-996FC31435F5}" destId="{40124F40-51EA-420D-B402-C24F2B93E8D2}" srcOrd="3" destOrd="0" presId="urn:microsoft.com/office/officeart/2018/5/layout/IconLeafLabelList"/>
    <dgm:cxn modelId="{EC9ABF2D-5883-405E-AAC1-BD51BFF4C92F}" type="presParOf" srcId="{F4730D5F-323A-47E6-BB85-9879EF6B730C}" destId="{BD6C7BC0-AE09-4672-B340-64654D5780AE}" srcOrd="5" destOrd="0" presId="urn:microsoft.com/office/officeart/2018/5/layout/IconLeafLabelList"/>
    <dgm:cxn modelId="{E9859738-6B1C-4A66-9DA4-2929275BB788}" type="presParOf" srcId="{F4730D5F-323A-47E6-BB85-9879EF6B730C}" destId="{FF26D3C7-E3E1-461C-9E8A-F54F49749A1A}" srcOrd="6" destOrd="0" presId="urn:microsoft.com/office/officeart/2018/5/layout/IconLeafLabelList"/>
    <dgm:cxn modelId="{609EA81D-2160-4DC7-8091-A01DC3B9ABAA}" type="presParOf" srcId="{FF26D3C7-E3E1-461C-9E8A-F54F49749A1A}" destId="{8D8D4745-31A2-4B69-93D2-18E1D64B9D13}" srcOrd="0" destOrd="0" presId="urn:microsoft.com/office/officeart/2018/5/layout/IconLeafLabelList"/>
    <dgm:cxn modelId="{4DC1534C-1AF5-4689-B431-776F1F82F374}" type="presParOf" srcId="{FF26D3C7-E3E1-461C-9E8A-F54F49749A1A}" destId="{7F68BAF6-F7C0-4641-A50C-9D901703BD1A}" srcOrd="1" destOrd="0" presId="urn:microsoft.com/office/officeart/2018/5/layout/IconLeafLabelList"/>
    <dgm:cxn modelId="{B3CDD497-D3F3-4BDF-94BA-6ADEFC426C1E}" type="presParOf" srcId="{FF26D3C7-E3E1-461C-9E8A-F54F49749A1A}" destId="{B9F49565-1D4F-4D7B-B3CF-6F1B7B0781A2}" srcOrd="2" destOrd="0" presId="urn:microsoft.com/office/officeart/2018/5/layout/IconLeafLabelList"/>
    <dgm:cxn modelId="{BC2A539B-3BE4-4F10-A33D-AC8168A17EF7}" type="presParOf" srcId="{FF26D3C7-E3E1-461C-9E8A-F54F49749A1A}" destId="{DC404157-1C09-498C-A31C-E2C06298772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FE58089-5AB1-4B20-BDD9-ECB966C57A6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E385D49-1BF5-4047-BE3A-A8AF96006A4D}">
      <dgm:prSet/>
      <dgm:spPr/>
      <dgm:t>
        <a:bodyPr/>
        <a:lstStyle/>
        <a:p>
          <a:pPr>
            <a:defRPr cap="all"/>
          </a:pPr>
          <a:r>
            <a:rPr lang="en-US" b="1" dirty="0"/>
            <a:t>Lessons Learned:</a:t>
          </a:r>
          <a:endParaRPr lang="en-US" dirty="0"/>
        </a:p>
      </dgm:t>
    </dgm:pt>
    <dgm:pt modelId="{ADDC0E6D-F2E1-40A4-AA1D-2A6104F05A79}" type="parTrans" cxnId="{F67A91CD-3655-4458-8D27-411F71FDFEB9}">
      <dgm:prSet/>
      <dgm:spPr/>
      <dgm:t>
        <a:bodyPr/>
        <a:lstStyle/>
        <a:p>
          <a:endParaRPr lang="en-US"/>
        </a:p>
      </dgm:t>
    </dgm:pt>
    <dgm:pt modelId="{A2B3DE3E-A465-48EB-9341-520D73E5CA16}" type="sibTrans" cxnId="{F67A91CD-3655-4458-8D27-411F71FDFEB9}">
      <dgm:prSet/>
      <dgm:spPr/>
      <dgm:t>
        <a:bodyPr/>
        <a:lstStyle/>
        <a:p>
          <a:endParaRPr lang="en-US"/>
        </a:p>
      </dgm:t>
    </dgm:pt>
    <dgm:pt modelId="{CE8A7C17-66E8-4A74-8D11-62F4C0C26485}">
      <dgm:prSet custT="1"/>
      <dgm:spPr/>
      <dgm:t>
        <a:bodyPr/>
        <a:lstStyle/>
        <a:p>
          <a:pPr>
            <a:defRPr cap="all"/>
          </a:pPr>
          <a:r>
            <a:rPr lang="en-US" sz="1400" dirty="0"/>
            <a:t>Addressing missing values and outliers is key for reliable models.</a:t>
          </a:r>
        </a:p>
      </dgm:t>
    </dgm:pt>
    <dgm:pt modelId="{A30EDDDB-E1C6-4D37-8FC4-2877BEB5FEDD}" type="parTrans" cxnId="{3B36EDBD-AD3A-40F1-9322-17A0631F35F8}">
      <dgm:prSet/>
      <dgm:spPr/>
      <dgm:t>
        <a:bodyPr/>
        <a:lstStyle/>
        <a:p>
          <a:endParaRPr lang="en-US"/>
        </a:p>
      </dgm:t>
    </dgm:pt>
    <dgm:pt modelId="{28AE2158-A3C6-40A5-BDDC-A5047B1DBC15}" type="sibTrans" cxnId="{3B36EDBD-AD3A-40F1-9322-17A0631F35F8}">
      <dgm:prSet/>
      <dgm:spPr/>
      <dgm:t>
        <a:bodyPr/>
        <a:lstStyle/>
        <a:p>
          <a:endParaRPr lang="en-US"/>
        </a:p>
      </dgm:t>
    </dgm:pt>
    <dgm:pt modelId="{83275000-EFBC-45ED-8BD5-6583C26E8504}">
      <dgm:prSet custT="1"/>
      <dgm:spPr/>
      <dgm:t>
        <a:bodyPr/>
        <a:lstStyle/>
        <a:p>
          <a:pPr>
            <a:defRPr cap="all"/>
          </a:pPr>
          <a:r>
            <a:rPr lang="en-US" sz="1400" dirty="0"/>
            <a:t>Feature engineering (loyalty tiers, booking value) greatly improved insights.</a:t>
          </a:r>
        </a:p>
      </dgm:t>
    </dgm:pt>
    <dgm:pt modelId="{A1B364BF-4A85-45D2-BE16-0D27E0C20A3F}" type="parTrans" cxnId="{640C7E83-178A-4292-8CD1-9833CCEFCF31}">
      <dgm:prSet/>
      <dgm:spPr/>
      <dgm:t>
        <a:bodyPr/>
        <a:lstStyle/>
        <a:p>
          <a:endParaRPr lang="en-US"/>
        </a:p>
      </dgm:t>
    </dgm:pt>
    <dgm:pt modelId="{8773A0DA-E39C-4E52-89BE-3F026760CFD3}" type="sibTrans" cxnId="{640C7E83-178A-4292-8CD1-9833CCEFCF31}">
      <dgm:prSet/>
      <dgm:spPr/>
      <dgm:t>
        <a:bodyPr/>
        <a:lstStyle/>
        <a:p>
          <a:endParaRPr lang="en-US"/>
        </a:p>
      </dgm:t>
    </dgm:pt>
    <dgm:pt modelId="{D748D940-31A6-435B-910E-BE2919DA18FE}">
      <dgm:prSet custT="1"/>
      <dgm:spPr/>
      <dgm:t>
        <a:bodyPr/>
        <a:lstStyle/>
        <a:p>
          <a:pPr>
            <a:defRPr cap="all"/>
          </a:pPr>
          <a:r>
            <a:rPr lang="en-US" sz="1400" dirty="0"/>
            <a:t>Balancing data with SMOTE helped handle class imbalance effectively.</a:t>
          </a:r>
        </a:p>
      </dgm:t>
    </dgm:pt>
    <dgm:pt modelId="{B7A162E9-5BAE-487A-9E44-ACE7B1FDD15E}" type="parTrans" cxnId="{872B058E-C913-4693-8767-0F5010B9F787}">
      <dgm:prSet/>
      <dgm:spPr/>
      <dgm:t>
        <a:bodyPr/>
        <a:lstStyle/>
        <a:p>
          <a:endParaRPr lang="en-US"/>
        </a:p>
      </dgm:t>
    </dgm:pt>
    <dgm:pt modelId="{C26366A5-9F75-48FA-A349-72B6EF8C70E4}" type="sibTrans" cxnId="{872B058E-C913-4693-8767-0F5010B9F787}">
      <dgm:prSet/>
      <dgm:spPr/>
      <dgm:t>
        <a:bodyPr/>
        <a:lstStyle/>
        <a:p>
          <a:endParaRPr lang="en-US"/>
        </a:p>
      </dgm:t>
    </dgm:pt>
    <dgm:pt modelId="{F4DC482D-B683-4B15-B9B3-FC89BEBC8427}">
      <dgm:prSet custT="1"/>
      <dgm:spPr/>
      <dgm:t>
        <a:bodyPr/>
        <a:lstStyle/>
        <a:p>
          <a:pPr>
            <a:defRPr cap="all"/>
          </a:pPr>
          <a:r>
            <a:rPr lang="en-US" sz="1400" dirty="0"/>
            <a:t>Based on the contributions of my team members, I would suggest $100,000 to each members.</a:t>
          </a:r>
        </a:p>
      </dgm:t>
    </dgm:pt>
    <dgm:pt modelId="{1DC14FF5-D11E-4660-B67C-B17F428FC85F}" type="parTrans" cxnId="{A4DD24AB-768C-4F14-B2C2-F159FA5271A1}">
      <dgm:prSet/>
      <dgm:spPr/>
      <dgm:t>
        <a:bodyPr/>
        <a:lstStyle/>
        <a:p>
          <a:endParaRPr lang="en-US"/>
        </a:p>
      </dgm:t>
    </dgm:pt>
    <dgm:pt modelId="{6195ED59-5C8B-4965-A4C9-212F375CFD85}" type="sibTrans" cxnId="{A4DD24AB-768C-4F14-B2C2-F159FA5271A1}">
      <dgm:prSet/>
      <dgm:spPr/>
      <dgm:t>
        <a:bodyPr/>
        <a:lstStyle/>
        <a:p>
          <a:endParaRPr lang="en-US"/>
        </a:p>
      </dgm:t>
    </dgm:pt>
    <dgm:pt modelId="{E18AA494-9D6D-4D98-AB77-5FFBD2744DE3}" type="pres">
      <dgm:prSet presAssocID="{CFE58089-5AB1-4B20-BDD9-ECB966C57A6D}" presName="root" presStyleCnt="0">
        <dgm:presLayoutVars>
          <dgm:dir/>
          <dgm:resizeHandles val="exact"/>
        </dgm:presLayoutVars>
      </dgm:prSet>
      <dgm:spPr/>
    </dgm:pt>
    <dgm:pt modelId="{AB55D85E-0826-42A3-BE7C-D1B61C208E08}" type="pres">
      <dgm:prSet presAssocID="{CE385D49-1BF5-4047-BE3A-A8AF96006A4D}" presName="compNode" presStyleCnt="0"/>
      <dgm:spPr/>
    </dgm:pt>
    <dgm:pt modelId="{14C89751-F8D1-4B31-9288-FB56EC63F5FC}" type="pres">
      <dgm:prSet presAssocID="{CE385D49-1BF5-4047-BE3A-A8AF96006A4D}" presName="iconBgRect" presStyleLbl="bgShp" presStyleIdx="0" presStyleCnt="5" custFlipVert="1" custFlipHor="1" custScaleX="4164" custScaleY="5977"/>
      <dgm:spPr/>
    </dgm:pt>
    <dgm:pt modelId="{EE9B2B4A-E61B-4505-9A5C-D4804356E595}" type="pres">
      <dgm:prSet presAssocID="{CE385D49-1BF5-4047-BE3A-A8AF96006A4D}" presName="iconRect" presStyleLbl="node1" presStyleIdx="0" presStyleCnt="5" custFlipVert="1" custFlipHor="1" custScaleX="72821" custScaleY="82444" custLinFactX="-10376" custLinFactY="400000" custLinFactNeighborX="-100000" custLinFactNeighborY="418978"/>
      <dgm:spPr>
        <a:noFill/>
        <a:ln>
          <a:noFill/>
        </a:ln>
      </dgm:spPr>
    </dgm:pt>
    <dgm:pt modelId="{D252130D-6807-46A7-BA86-21CCEAE5360E}" type="pres">
      <dgm:prSet presAssocID="{CE385D49-1BF5-4047-BE3A-A8AF96006A4D}" presName="spaceRect" presStyleCnt="0"/>
      <dgm:spPr/>
    </dgm:pt>
    <dgm:pt modelId="{851D5420-4E4E-4C24-BA78-88C9BE1642C1}" type="pres">
      <dgm:prSet presAssocID="{CE385D49-1BF5-4047-BE3A-A8AF96006A4D}" presName="textRect" presStyleLbl="revTx" presStyleIdx="0" presStyleCnt="5">
        <dgm:presLayoutVars>
          <dgm:chMax val="1"/>
          <dgm:chPref val="1"/>
        </dgm:presLayoutVars>
      </dgm:prSet>
      <dgm:spPr/>
    </dgm:pt>
    <dgm:pt modelId="{A0DAB307-5514-4BCE-A667-69FFCFDD1E4F}" type="pres">
      <dgm:prSet presAssocID="{A2B3DE3E-A465-48EB-9341-520D73E5CA16}" presName="sibTrans" presStyleCnt="0"/>
      <dgm:spPr/>
    </dgm:pt>
    <dgm:pt modelId="{F19FB20A-F994-4F30-9E4A-F790CD353C70}" type="pres">
      <dgm:prSet presAssocID="{CE8A7C17-66E8-4A74-8D11-62F4C0C26485}" presName="compNode" presStyleCnt="0"/>
      <dgm:spPr/>
    </dgm:pt>
    <dgm:pt modelId="{F6371743-080B-46E0-8CF6-E307F12E882D}" type="pres">
      <dgm:prSet presAssocID="{CE8A7C17-66E8-4A74-8D11-62F4C0C26485}" presName="iconBgRect" presStyleLbl="bgShp" presStyleIdx="1" presStyleCnt="5"/>
      <dgm:spPr/>
    </dgm:pt>
    <dgm:pt modelId="{52BE2091-EE11-4D47-964B-F63C0BCB71D1}" type="pres">
      <dgm:prSet presAssocID="{CE8A7C17-66E8-4A74-8D11-62F4C0C26485}" presName="iconRect" presStyleLbl="nod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465F575-CB5C-4161-9C65-2C97F1DAF6F9}" type="pres">
      <dgm:prSet presAssocID="{CE8A7C17-66E8-4A74-8D11-62F4C0C26485}" presName="spaceRect" presStyleCnt="0"/>
      <dgm:spPr/>
    </dgm:pt>
    <dgm:pt modelId="{C578859A-7011-45D1-A995-DA4018B17261}" type="pres">
      <dgm:prSet presAssocID="{CE8A7C17-66E8-4A74-8D11-62F4C0C26485}" presName="textRect" presStyleLbl="revTx" presStyleIdx="1" presStyleCnt="5">
        <dgm:presLayoutVars>
          <dgm:chMax val="1"/>
          <dgm:chPref val="1"/>
        </dgm:presLayoutVars>
      </dgm:prSet>
      <dgm:spPr/>
    </dgm:pt>
    <dgm:pt modelId="{B8357F97-86E0-43DE-8F14-5A7260B21A90}" type="pres">
      <dgm:prSet presAssocID="{28AE2158-A3C6-40A5-BDDC-A5047B1DBC15}" presName="sibTrans" presStyleCnt="0"/>
      <dgm:spPr/>
    </dgm:pt>
    <dgm:pt modelId="{F0B6B1A0-A825-4C4F-9DCC-A94EE109DDF2}" type="pres">
      <dgm:prSet presAssocID="{83275000-EFBC-45ED-8BD5-6583C26E8504}" presName="compNode" presStyleCnt="0"/>
      <dgm:spPr/>
    </dgm:pt>
    <dgm:pt modelId="{7A53EF54-2984-46C3-96E1-B1E9E12BB3CC}" type="pres">
      <dgm:prSet presAssocID="{83275000-EFBC-45ED-8BD5-6583C26E8504}" presName="iconBgRect" presStyleLbl="bgShp" presStyleIdx="2" presStyleCnt="5"/>
      <dgm:spPr/>
    </dgm:pt>
    <dgm:pt modelId="{046AD364-609C-437F-A404-04DBE3DFFD71}" type="pres">
      <dgm:prSet presAssocID="{83275000-EFBC-45ED-8BD5-6583C26E8504}" presName="iconRect" presStyleLbl="nod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DB91F6A-AA19-4A49-A6A3-B87AE61FFEE5}" type="pres">
      <dgm:prSet presAssocID="{83275000-EFBC-45ED-8BD5-6583C26E8504}" presName="spaceRect" presStyleCnt="0"/>
      <dgm:spPr/>
    </dgm:pt>
    <dgm:pt modelId="{F8F6699D-5CBA-49ED-BB1D-211EB079C269}" type="pres">
      <dgm:prSet presAssocID="{83275000-EFBC-45ED-8BD5-6583C26E8504}" presName="textRect" presStyleLbl="revTx" presStyleIdx="2" presStyleCnt="5">
        <dgm:presLayoutVars>
          <dgm:chMax val="1"/>
          <dgm:chPref val="1"/>
        </dgm:presLayoutVars>
      </dgm:prSet>
      <dgm:spPr/>
    </dgm:pt>
    <dgm:pt modelId="{07D74732-5E29-4A9E-9755-03A72ED6B5DA}" type="pres">
      <dgm:prSet presAssocID="{8773A0DA-E39C-4E52-89BE-3F026760CFD3}" presName="sibTrans" presStyleCnt="0"/>
      <dgm:spPr/>
    </dgm:pt>
    <dgm:pt modelId="{7CB8858B-59C6-498C-91A5-8BB426BC3F1B}" type="pres">
      <dgm:prSet presAssocID="{D748D940-31A6-435B-910E-BE2919DA18FE}" presName="compNode" presStyleCnt="0"/>
      <dgm:spPr/>
    </dgm:pt>
    <dgm:pt modelId="{F9A42933-5190-4BAD-96E6-02E25A57D222}" type="pres">
      <dgm:prSet presAssocID="{D748D940-31A6-435B-910E-BE2919DA18FE}" presName="iconBgRect" presStyleLbl="bgShp" presStyleIdx="3" presStyleCnt="5"/>
      <dgm:spPr/>
    </dgm:pt>
    <dgm:pt modelId="{770FA550-A6ED-4230-A0E9-BDBDD21198D4}" type="pres">
      <dgm:prSet presAssocID="{D748D940-31A6-435B-910E-BE2919DA18FE}" presName="iconRect" presStyleLbl="node1" presStyleIdx="3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30DCCFF0-0842-4369-A1FF-426B4880BAF2}" type="pres">
      <dgm:prSet presAssocID="{D748D940-31A6-435B-910E-BE2919DA18FE}" presName="spaceRect" presStyleCnt="0"/>
      <dgm:spPr/>
    </dgm:pt>
    <dgm:pt modelId="{111400EB-94EF-486B-B015-E4D566EFAA93}" type="pres">
      <dgm:prSet presAssocID="{D748D940-31A6-435B-910E-BE2919DA18FE}" presName="textRect" presStyleLbl="revTx" presStyleIdx="3" presStyleCnt="5">
        <dgm:presLayoutVars>
          <dgm:chMax val="1"/>
          <dgm:chPref val="1"/>
        </dgm:presLayoutVars>
      </dgm:prSet>
      <dgm:spPr/>
    </dgm:pt>
    <dgm:pt modelId="{6880484B-0499-40C3-A172-F360A0F63626}" type="pres">
      <dgm:prSet presAssocID="{C26366A5-9F75-48FA-A349-72B6EF8C70E4}" presName="sibTrans" presStyleCnt="0"/>
      <dgm:spPr/>
    </dgm:pt>
    <dgm:pt modelId="{53D01D0B-F688-414A-99C8-812C369FCCFB}" type="pres">
      <dgm:prSet presAssocID="{F4DC482D-B683-4B15-B9B3-FC89BEBC8427}" presName="compNode" presStyleCnt="0"/>
      <dgm:spPr/>
    </dgm:pt>
    <dgm:pt modelId="{D0AA3577-560D-460E-80CD-A4E427CF6827}" type="pres">
      <dgm:prSet presAssocID="{F4DC482D-B683-4B15-B9B3-FC89BEBC8427}" presName="iconBgRect" presStyleLbl="bgShp" presStyleIdx="4" presStyleCnt="5"/>
      <dgm:spPr/>
    </dgm:pt>
    <dgm:pt modelId="{13B3F37A-7F2B-4B54-A939-1D56425C0E5A}" type="pres">
      <dgm:prSet presAssocID="{F4DC482D-B683-4B15-B9B3-FC89BEBC8427}" presName="iconRect" presStyleLbl="node1" presStyleIdx="4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9B5E89B-EB07-4937-8AD8-D66A1AE20004}" type="pres">
      <dgm:prSet presAssocID="{F4DC482D-B683-4B15-B9B3-FC89BEBC8427}" presName="spaceRect" presStyleCnt="0"/>
      <dgm:spPr/>
    </dgm:pt>
    <dgm:pt modelId="{7F6D2849-905F-411C-ABEF-4B30C3700C5F}" type="pres">
      <dgm:prSet presAssocID="{F4DC482D-B683-4B15-B9B3-FC89BEBC842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DFD8143-5A78-40DE-B899-6C8D8244D8B8}" type="presOf" srcId="{CE385D49-1BF5-4047-BE3A-A8AF96006A4D}" destId="{851D5420-4E4E-4C24-BA78-88C9BE1642C1}" srcOrd="0" destOrd="0" presId="urn:microsoft.com/office/officeart/2018/5/layout/IconCircleLabelList"/>
    <dgm:cxn modelId="{640C7E83-178A-4292-8CD1-9833CCEFCF31}" srcId="{CFE58089-5AB1-4B20-BDD9-ECB966C57A6D}" destId="{83275000-EFBC-45ED-8BD5-6583C26E8504}" srcOrd="2" destOrd="0" parTransId="{A1B364BF-4A85-45D2-BE16-0D27E0C20A3F}" sibTransId="{8773A0DA-E39C-4E52-89BE-3F026760CFD3}"/>
    <dgm:cxn modelId="{872B058E-C913-4693-8767-0F5010B9F787}" srcId="{CFE58089-5AB1-4B20-BDD9-ECB966C57A6D}" destId="{D748D940-31A6-435B-910E-BE2919DA18FE}" srcOrd="3" destOrd="0" parTransId="{B7A162E9-5BAE-487A-9E44-ACE7B1FDD15E}" sibTransId="{C26366A5-9F75-48FA-A349-72B6EF8C70E4}"/>
    <dgm:cxn modelId="{A4DD24AB-768C-4F14-B2C2-F159FA5271A1}" srcId="{CFE58089-5AB1-4B20-BDD9-ECB966C57A6D}" destId="{F4DC482D-B683-4B15-B9B3-FC89BEBC8427}" srcOrd="4" destOrd="0" parTransId="{1DC14FF5-D11E-4660-B67C-B17F428FC85F}" sibTransId="{6195ED59-5C8B-4965-A4C9-212F375CFD85}"/>
    <dgm:cxn modelId="{3B36EDBD-AD3A-40F1-9322-17A0631F35F8}" srcId="{CFE58089-5AB1-4B20-BDD9-ECB966C57A6D}" destId="{CE8A7C17-66E8-4A74-8D11-62F4C0C26485}" srcOrd="1" destOrd="0" parTransId="{A30EDDDB-E1C6-4D37-8FC4-2877BEB5FEDD}" sibTransId="{28AE2158-A3C6-40A5-BDDC-A5047B1DBC15}"/>
    <dgm:cxn modelId="{D18BB0C0-BB44-4D42-9613-950B84A8AE43}" type="presOf" srcId="{D748D940-31A6-435B-910E-BE2919DA18FE}" destId="{111400EB-94EF-486B-B015-E4D566EFAA93}" srcOrd="0" destOrd="0" presId="urn:microsoft.com/office/officeart/2018/5/layout/IconCircleLabelList"/>
    <dgm:cxn modelId="{F67A91CD-3655-4458-8D27-411F71FDFEB9}" srcId="{CFE58089-5AB1-4B20-BDD9-ECB966C57A6D}" destId="{CE385D49-1BF5-4047-BE3A-A8AF96006A4D}" srcOrd="0" destOrd="0" parTransId="{ADDC0E6D-F2E1-40A4-AA1D-2A6104F05A79}" sibTransId="{A2B3DE3E-A465-48EB-9341-520D73E5CA16}"/>
    <dgm:cxn modelId="{41AFC7DB-7552-4B8E-8DF7-FC6F9C3BF7D2}" type="presOf" srcId="{CFE58089-5AB1-4B20-BDD9-ECB966C57A6D}" destId="{E18AA494-9D6D-4D98-AB77-5FFBD2744DE3}" srcOrd="0" destOrd="0" presId="urn:microsoft.com/office/officeart/2018/5/layout/IconCircleLabelList"/>
    <dgm:cxn modelId="{B51497E9-6483-497B-A4B5-3AFF2A343292}" type="presOf" srcId="{F4DC482D-B683-4B15-B9B3-FC89BEBC8427}" destId="{7F6D2849-905F-411C-ABEF-4B30C3700C5F}" srcOrd="0" destOrd="0" presId="urn:microsoft.com/office/officeart/2018/5/layout/IconCircleLabelList"/>
    <dgm:cxn modelId="{55EF67EC-F426-49E7-832C-A3B0DA17C098}" type="presOf" srcId="{CE8A7C17-66E8-4A74-8D11-62F4C0C26485}" destId="{C578859A-7011-45D1-A995-DA4018B17261}" srcOrd="0" destOrd="0" presId="urn:microsoft.com/office/officeart/2018/5/layout/IconCircleLabelList"/>
    <dgm:cxn modelId="{7ACB5EF2-9C91-4678-BBD0-FAE72026E566}" type="presOf" srcId="{83275000-EFBC-45ED-8BD5-6583C26E8504}" destId="{F8F6699D-5CBA-49ED-BB1D-211EB079C269}" srcOrd="0" destOrd="0" presId="urn:microsoft.com/office/officeart/2018/5/layout/IconCircleLabelList"/>
    <dgm:cxn modelId="{B67FFAC0-55E7-461C-ABF3-89A679943C67}" type="presParOf" srcId="{E18AA494-9D6D-4D98-AB77-5FFBD2744DE3}" destId="{AB55D85E-0826-42A3-BE7C-D1B61C208E08}" srcOrd="0" destOrd="0" presId="urn:microsoft.com/office/officeart/2018/5/layout/IconCircleLabelList"/>
    <dgm:cxn modelId="{4D7C65EB-849F-480E-B25E-563A46C522BB}" type="presParOf" srcId="{AB55D85E-0826-42A3-BE7C-D1B61C208E08}" destId="{14C89751-F8D1-4B31-9288-FB56EC63F5FC}" srcOrd="0" destOrd="0" presId="urn:microsoft.com/office/officeart/2018/5/layout/IconCircleLabelList"/>
    <dgm:cxn modelId="{558B9048-101C-4E58-8B02-D58E9331969D}" type="presParOf" srcId="{AB55D85E-0826-42A3-BE7C-D1B61C208E08}" destId="{EE9B2B4A-E61B-4505-9A5C-D4804356E595}" srcOrd="1" destOrd="0" presId="urn:microsoft.com/office/officeart/2018/5/layout/IconCircleLabelList"/>
    <dgm:cxn modelId="{DE2DDF54-FB5A-4893-A0A0-B0E94618B6F4}" type="presParOf" srcId="{AB55D85E-0826-42A3-BE7C-D1B61C208E08}" destId="{D252130D-6807-46A7-BA86-21CCEAE5360E}" srcOrd="2" destOrd="0" presId="urn:microsoft.com/office/officeart/2018/5/layout/IconCircleLabelList"/>
    <dgm:cxn modelId="{B7D199A7-CF15-42DB-9F3C-706C12F36B4B}" type="presParOf" srcId="{AB55D85E-0826-42A3-BE7C-D1B61C208E08}" destId="{851D5420-4E4E-4C24-BA78-88C9BE1642C1}" srcOrd="3" destOrd="0" presId="urn:microsoft.com/office/officeart/2018/5/layout/IconCircleLabelList"/>
    <dgm:cxn modelId="{D4D2C95E-2A95-41CC-AB2B-A028525A68DC}" type="presParOf" srcId="{E18AA494-9D6D-4D98-AB77-5FFBD2744DE3}" destId="{A0DAB307-5514-4BCE-A667-69FFCFDD1E4F}" srcOrd="1" destOrd="0" presId="urn:microsoft.com/office/officeart/2018/5/layout/IconCircleLabelList"/>
    <dgm:cxn modelId="{2F96AD8B-78FC-4BB2-90C0-91221D96C9AE}" type="presParOf" srcId="{E18AA494-9D6D-4D98-AB77-5FFBD2744DE3}" destId="{F19FB20A-F994-4F30-9E4A-F790CD353C70}" srcOrd="2" destOrd="0" presId="urn:microsoft.com/office/officeart/2018/5/layout/IconCircleLabelList"/>
    <dgm:cxn modelId="{A8F2939C-2406-45A0-A092-528402F99492}" type="presParOf" srcId="{F19FB20A-F994-4F30-9E4A-F790CD353C70}" destId="{F6371743-080B-46E0-8CF6-E307F12E882D}" srcOrd="0" destOrd="0" presId="urn:microsoft.com/office/officeart/2018/5/layout/IconCircleLabelList"/>
    <dgm:cxn modelId="{05301DBC-892F-41D3-BBB5-558D854CEEBD}" type="presParOf" srcId="{F19FB20A-F994-4F30-9E4A-F790CD353C70}" destId="{52BE2091-EE11-4D47-964B-F63C0BCB71D1}" srcOrd="1" destOrd="0" presId="urn:microsoft.com/office/officeart/2018/5/layout/IconCircleLabelList"/>
    <dgm:cxn modelId="{DBFE4BE6-ACC0-46D2-95B1-9DF7FFEEB2D2}" type="presParOf" srcId="{F19FB20A-F994-4F30-9E4A-F790CD353C70}" destId="{B465F575-CB5C-4161-9C65-2C97F1DAF6F9}" srcOrd="2" destOrd="0" presId="urn:microsoft.com/office/officeart/2018/5/layout/IconCircleLabelList"/>
    <dgm:cxn modelId="{FCCD42D9-14F3-4FB0-984F-91E8AD4E84B9}" type="presParOf" srcId="{F19FB20A-F994-4F30-9E4A-F790CD353C70}" destId="{C578859A-7011-45D1-A995-DA4018B17261}" srcOrd="3" destOrd="0" presId="urn:microsoft.com/office/officeart/2018/5/layout/IconCircleLabelList"/>
    <dgm:cxn modelId="{830A989F-52DC-4688-8D05-F8DE2E22B6E7}" type="presParOf" srcId="{E18AA494-9D6D-4D98-AB77-5FFBD2744DE3}" destId="{B8357F97-86E0-43DE-8F14-5A7260B21A90}" srcOrd="3" destOrd="0" presId="urn:microsoft.com/office/officeart/2018/5/layout/IconCircleLabelList"/>
    <dgm:cxn modelId="{85CA0860-DD35-41DC-809C-E3ADF9E12791}" type="presParOf" srcId="{E18AA494-9D6D-4D98-AB77-5FFBD2744DE3}" destId="{F0B6B1A0-A825-4C4F-9DCC-A94EE109DDF2}" srcOrd="4" destOrd="0" presId="urn:microsoft.com/office/officeart/2018/5/layout/IconCircleLabelList"/>
    <dgm:cxn modelId="{370D7E63-3D74-4BF6-AC29-CADC633BB1E5}" type="presParOf" srcId="{F0B6B1A0-A825-4C4F-9DCC-A94EE109DDF2}" destId="{7A53EF54-2984-46C3-96E1-B1E9E12BB3CC}" srcOrd="0" destOrd="0" presId="urn:microsoft.com/office/officeart/2018/5/layout/IconCircleLabelList"/>
    <dgm:cxn modelId="{8BA8F9D0-8E3E-4833-82CF-3C93B430A223}" type="presParOf" srcId="{F0B6B1A0-A825-4C4F-9DCC-A94EE109DDF2}" destId="{046AD364-609C-437F-A404-04DBE3DFFD71}" srcOrd="1" destOrd="0" presId="urn:microsoft.com/office/officeart/2018/5/layout/IconCircleLabelList"/>
    <dgm:cxn modelId="{3A52E7E7-DAEA-485F-AD2B-ED7508D365AA}" type="presParOf" srcId="{F0B6B1A0-A825-4C4F-9DCC-A94EE109DDF2}" destId="{ADB91F6A-AA19-4A49-A6A3-B87AE61FFEE5}" srcOrd="2" destOrd="0" presId="urn:microsoft.com/office/officeart/2018/5/layout/IconCircleLabelList"/>
    <dgm:cxn modelId="{41FA6E95-82E4-4ACC-A0F2-5C2F9211465B}" type="presParOf" srcId="{F0B6B1A0-A825-4C4F-9DCC-A94EE109DDF2}" destId="{F8F6699D-5CBA-49ED-BB1D-211EB079C269}" srcOrd="3" destOrd="0" presId="urn:microsoft.com/office/officeart/2018/5/layout/IconCircleLabelList"/>
    <dgm:cxn modelId="{F87256A8-F92B-472A-9154-F21E22DB39D8}" type="presParOf" srcId="{E18AA494-9D6D-4D98-AB77-5FFBD2744DE3}" destId="{07D74732-5E29-4A9E-9755-03A72ED6B5DA}" srcOrd="5" destOrd="0" presId="urn:microsoft.com/office/officeart/2018/5/layout/IconCircleLabelList"/>
    <dgm:cxn modelId="{C9DAC982-F860-4A00-A6B1-68B8D402AE1A}" type="presParOf" srcId="{E18AA494-9D6D-4D98-AB77-5FFBD2744DE3}" destId="{7CB8858B-59C6-498C-91A5-8BB426BC3F1B}" srcOrd="6" destOrd="0" presId="urn:microsoft.com/office/officeart/2018/5/layout/IconCircleLabelList"/>
    <dgm:cxn modelId="{A33A5098-72EB-47A1-AA82-E599CA8BCB79}" type="presParOf" srcId="{7CB8858B-59C6-498C-91A5-8BB426BC3F1B}" destId="{F9A42933-5190-4BAD-96E6-02E25A57D222}" srcOrd="0" destOrd="0" presId="urn:microsoft.com/office/officeart/2018/5/layout/IconCircleLabelList"/>
    <dgm:cxn modelId="{283C3C2F-763F-4115-AAAB-5CCBCE9D216D}" type="presParOf" srcId="{7CB8858B-59C6-498C-91A5-8BB426BC3F1B}" destId="{770FA550-A6ED-4230-A0E9-BDBDD21198D4}" srcOrd="1" destOrd="0" presId="urn:microsoft.com/office/officeart/2018/5/layout/IconCircleLabelList"/>
    <dgm:cxn modelId="{E201207A-981F-46F5-9642-D37CB87DA5D1}" type="presParOf" srcId="{7CB8858B-59C6-498C-91A5-8BB426BC3F1B}" destId="{30DCCFF0-0842-4369-A1FF-426B4880BAF2}" srcOrd="2" destOrd="0" presId="urn:microsoft.com/office/officeart/2018/5/layout/IconCircleLabelList"/>
    <dgm:cxn modelId="{901055F8-48A5-45DD-9CDF-DDDF52428105}" type="presParOf" srcId="{7CB8858B-59C6-498C-91A5-8BB426BC3F1B}" destId="{111400EB-94EF-486B-B015-E4D566EFAA93}" srcOrd="3" destOrd="0" presId="urn:microsoft.com/office/officeart/2018/5/layout/IconCircleLabelList"/>
    <dgm:cxn modelId="{B425B363-549C-47B8-8F8E-EB1785E4D490}" type="presParOf" srcId="{E18AA494-9D6D-4D98-AB77-5FFBD2744DE3}" destId="{6880484B-0499-40C3-A172-F360A0F63626}" srcOrd="7" destOrd="0" presId="urn:microsoft.com/office/officeart/2018/5/layout/IconCircleLabelList"/>
    <dgm:cxn modelId="{08494B26-DCEF-461C-8AF2-223FF5E1745A}" type="presParOf" srcId="{E18AA494-9D6D-4D98-AB77-5FFBD2744DE3}" destId="{53D01D0B-F688-414A-99C8-812C369FCCFB}" srcOrd="8" destOrd="0" presId="urn:microsoft.com/office/officeart/2018/5/layout/IconCircleLabelList"/>
    <dgm:cxn modelId="{71D5E20D-017F-4E3F-94A8-C4B7D8D2C80D}" type="presParOf" srcId="{53D01D0B-F688-414A-99C8-812C369FCCFB}" destId="{D0AA3577-560D-460E-80CD-A4E427CF6827}" srcOrd="0" destOrd="0" presId="urn:microsoft.com/office/officeart/2018/5/layout/IconCircleLabelList"/>
    <dgm:cxn modelId="{63327317-3115-459D-AECC-737AA38050FD}" type="presParOf" srcId="{53D01D0B-F688-414A-99C8-812C369FCCFB}" destId="{13B3F37A-7F2B-4B54-A939-1D56425C0E5A}" srcOrd="1" destOrd="0" presId="urn:microsoft.com/office/officeart/2018/5/layout/IconCircleLabelList"/>
    <dgm:cxn modelId="{2E420550-63D8-4F72-807B-7C5CE6F7EB6B}" type="presParOf" srcId="{53D01D0B-F688-414A-99C8-812C369FCCFB}" destId="{39B5E89B-EB07-4937-8AD8-D66A1AE20004}" srcOrd="2" destOrd="0" presId="urn:microsoft.com/office/officeart/2018/5/layout/IconCircleLabelList"/>
    <dgm:cxn modelId="{8373F383-6239-45FF-9D01-F8387F9800BD}" type="presParOf" srcId="{53D01D0B-F688-414A-99C8-812C369FCCFB}" destId="{7F6D2849-905F-411C-ABEF-4B30C3700C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AAB9B-7846-487F-A4E4-4402D2F959C7}">
      <dsp:nvSpPr>
        <dsp:cNvPr id="0" name=""/>
        <dsp:cNvSpPr/>
      </dsp:nvSpPr>
      <dsp:spPr>
        <a:xfrm>
          <a:off x="2169914" y="38099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F1CE1-E767-4D1F-8888-3C6DBD6B9364}">
      <dsp:nvSpPr>
        <dsp:cNvPr id="0" name=""/>
        <dsp:cNvSpPr/>
      </dsp:nvSpPr>
      <dsp:spPr>
        <a:xfrm>
          <a:off x="765914" y="20405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Project Purpose:</a:t>
          </a:r>
          <a:endParaRPr lang="en-US" sz="3600" kern="1200"/>
        </a:p>
      </dsp:txBody>
      <dsp:txXfrm>
        <a:off x="765914" y="2040521"/>
        <a:ext cx="4320000" cy="648000"/>
      </dsp:txXfrm>
    </dsp:sp>
    <dsp:sp modelId="{3B915153-DE72-4DC5-88D9-AF291DAB2510}">
      <dsp:nvSpPr>
        <dsp:cNvPr id="0" name=""/>
        <dsp:cNvSpPr/>
      </dsp:nvSpPr>
      <dsp:spPr>
        <a:xfrm>
          <a:off x="765914" y="2757137"/>
          <a:ext cx="4320000" cy="105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Predict booking outcomes (</a:t>
          </a:r>
          <a:r>
            <a:rPr lang="en-US" sz="1700" i="1" kern="1200"/>
            <a:t>Completed</a:t>
          </a:r>
          <a:r>
            <a:rPr lang="en-US" sz="1700" kern="1200"/>
            <a:t>, </a:t>
          </a:r>
          <a:r>
            <a:rPr lang="en-US" sz="1700" i="1" kern="1200"/>
            <a:t>Cancelled</a:t>
          </a:r>
          <a:r>
            <a:rPr lang="en-US" sz="1700" kern="1200"/>
            <a:t>, </a:t>
          </a:r>
          <a:r>
            <a:rPr lang="en-US" sz="1700" i="1" kern="1200"/>
            <a:t>No-Show</a:t>
          </a:r>
          <a:r>
            <a:rPr lang="en-US" sz="1700" kern="1200"/>
            <a:t>).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patterns to reduce cancellations and protect revenue.</a:t>
          </a:r>
        </a:p>
      </dsp:txBody>
      <dsp:txXfrm>
        <a:off x="765914" y="2757137"/>
        <a:ext cx="4320000" cy="1054670"/>
      </dsp:txXfrm>
    </dsp:sp>
    <dsp:sp modelId="{00185C33-1E0E-4C21-9077-AC693AC254EA}">
      <dsp:nvSpPr>
        <dsp:cNvPr id="0" name=""/>
        <dsp:cNvSpPr/>
      </dsp:nvSpPr>
      <dsp:spPr>
        <a:xfrm>
          <a:off x="7245914" y="38099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C2706-B1A4-4DCE-985D-ADF15FFCFC40}">
      <dsp:nvSpPr>
        <dsp:cNvPr id="0" name=""/>
        <dsp:cNvSpPr/>
      </dsp:nvSpPr>
      <dsp:spPr>
        <a:xfrm>
          <a:off x="5841914" y="20405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My Contribution:</a:t>
          </a:r>
          <a:endParaRPr lang="en-US" sz="3600" kern="1200"/>
        </a:p>
      </dsp:txBody>
      <dsp:txXfrm>
        <a:off x="5841914" y="2040521"/>
        <a:ext cx="4320000" cy="648000"/>
      </dsp:txXfrm>
    </dsp:sp>
    <dsp:sp modelId="{32C0F7EE-F172-4001-B347-E23642590CF8}">
      <dsp:nvSpPr>
        <dsp:cNvPr id="0" name=""/>
        <dsp:cNvSpPr/>
      </dsp:nvSpPr>
      <dsp:spPr>
        <a:xfrm>
          <a:off x="5841914" y="2757137"/>
          <a:ext cx="4320000" cy="105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Led </a:t>
          </a:r>
          <a:r>
            <a:rPr lang="en-US" sz="1700" b="1" kern="1200"/>
            <a:t>data cleaning</a:t>
          </a:r>
          <a:r>
            <a:rPr lang="en-US" sz="1700" kern="1200"/>
            <a:t> to prepare accurate, consistent datasets.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Designed and implemented </a:t>
          </a:r>
          <a:r>
            <a:rPr lang="en-US" sz="1700" b="1" kern="1200"/>
            <a:t>feature engineering</a:t>
          </a:r>
          <a:r>
            <a:rPr lang="en-US" sz="1700" kern="1200"/>
            <a:t> for better model inputs.</a:t>
          </a:r>
        </a:p>
      </dsp:txBody>
      <dsp:txXfrm>
        <a:off x="5841914" y="2757137"/>
        <a:ext cx="4320000" cy="10546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48BBC-610B-4A1A-8CC6-735D16445799}">
      <dsp:nvSpPr>
        <dsp:cNvPr id="0" name=""/>
        <dsp:cNvSpPr/>
      </dsp:nvSpPr>
      <dsp:spPr>
        <a:xfrm>
          <a:off x="4108" y="70862"/>
          <a:ext cx="2470500" cy="691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Goal:</a:t>
          </a:r>
        </a:p>
      </dsp:txBody>
      <dsp:txXfrm>
        <a:off x="4108" y="70862"/>
        <a:ext cx="2470500" cy="691200"/>
      </dsp:txXfrm>
    </dsp:sp>
    <dsp:sp modelId="{0BD40618-19E2-4E55-90A4-B77C6BD6E0DE}">
      <dsp:nvSpPr>
        <dsp:cNvPr id="0" name=""/>
        <dsp:cNvSpPr/>
      </dsp:nvSpPr>
      <dsp:spPr>
        <a:xfrm>
          <a:off x="4108" y="762062"/>
          <a:ext cx="2470500" cy="33598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identify key reasons influencing booking behavior to improve the hotel reservation system</a:t>
          </a:r>
        </a:p>
      </dsp:txBody>
      <dsp:txXfrm>
        <a:off x="4108" y="762062"/>
        <a:ext cx="2470500" cy="3359880"/>
      </dsp:txXfrm>
    </dsp:sp>
    <dsp:sp modelId="{71D3FD48-9A4D-46A9-BE52-2CAB06A4C4BD}">
      <dsp:nvSpPr>
        <dsp:cNvPr id="0" name=""/>
        <dsp:cNvSpPr/>
      </dsp:nvSpPr>
      <dsp:spPr>
        <a:xfrm>
          <a:off x="2820479" y="70862"/>
          <a:ext cx="2470500" cy="691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Focus: </a:t>
          </a:r>
        </a:p>
      </dsp:txBody>
      <dsp:txXfrm>
        <a:off x="2820479" y="70862"/>
        <a:ext cx="2470500" cy="691200"/>
      </dsp:txXfrm>
    </dsp:sp>
    <dsp:sp modelId="{9A80C689-04F3-4D12-B97C-141C9162B202}">
      <dsp:nvSpPr>
        <dsp:cNvPr id="0" name=""/>
        <dsp:cNvSpPr/>
      </dsp:nvSpPr>
      <dsp:spPr>
        <a:xfrm>
          <a:off x="2820479" y="762062"/>
          <a:ext cx="2470500" cy="33598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exploring historical data to uncover patterns in completed, cancelled and no-show bookings.</a:t>
          </a:r>
        </a:p>
      </dsp:txBody>
      <dsp:txXfrm>
        <a:off x="2820479" y="762062"/>
        <a:ext cx="2470500" cy="3359880"/>
      </dsp:txXfrm>
    </dsp:sp>
    <dsp:sp modelId="{D57CDD26-34DE-45F8-A69B-A8147E85C004}">
      <dsp:nvSpPr>
        <dsp:cNvPr id="0" name=""/>
        <dsp:cNvSpPr/>
      </dsp:nvSpPr>
      <dsp:spPr>
        <a:xfrm>
          <a:off x="5636849" y="70862"/>
          <a:ext cx="2470500" cy="6912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Approach :</a:t>
          </a:r>
        </a:p>
      </dsp:txBody>
      <dsp:txXfrm>
        <a:off x="5636849" y="70862"/>
        <a:ext cx="2470500" cy="691200"/>
      </dsp:txXfrm>
    </dsp:sp>
    <dsp:sp modelId="{9FFAF149-4322-4C80-963F-2BDA80D8DE96}">
      <dsp:nvSpPr>
        <dsp:cNvPr id="0" name=""/>
        <dsp:cNvSpPr/>
      </dsp:nvSpPr>
      <dsp:spPr>
        <a:xfrm>
          <a:off x="5636849" y="762062"/>
          <a:ext cx="2470500" cy="33598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Analyze booking patterns to optimize promotions and reduced cancellations</a:t>
          </a:r>
        </a:p>
      </dsp:txBody>
      <dsp:txXfrm>
        <a:off x="5636849" y="762062"/>
        <a:ext cx="2470500" cy="3359880"/>
      </dsp:txXfrm>
    </dsp:sp>
    <dsp:sp modelId="{79E3D718-6620-479F-9882-B4AF3A914C4A}">
      <dsp:nvSpPr>
        <dsp:cNvPr id="0" name=""/>
        <dsp:cNvSpPr/>
      </dsp:nvSpPr>
      <dsp:spPr>
        <a:xfrm>
          <a:off x="8453219" y="70862"/>
          <a:ext cx="2470500" cy="691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Outcome :</a:t>
          </a:r>
        </a:p>
      </dsp:txBody>
      <dsp:txXfrm>
        <a:off x="8453219" y="70862"/>
        <a:ext cx="2470500" cy="691200"/>
      </dsp:txXfrm>
    </dsp:sp>
    <dsp:sp modelId="{9B66FA40-20DE-47D2-AD55-83A7FD8CD3E8}">
      <dsp:nvSpPr>
        <dsp:cNvPr id="0" name=""/>
        <dsp:cNvSpPr/>
      </dsp:nvSpPr>
      <dsp:spPr>
        <a:xfrm>
          <a:off x="8453219" y="762062"/>
          <a:ext cx="2470500" cy="33598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help management to optimize bookings and increase revenue </a:t>
          </a:r>
        </a:p>
      </dsp:txBody>
      <dsp:txXfrm>
        <a:off x="8453219" y="762062"/>
        <a:ext cx="2470500" cy="3359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349F5-F2B4-4419-8AD5-4BC7C4D3F9AD}">
      <dsp:nvSpPr>
        <dsp:cNvPr id="0" name=""/>
        <dsp:cNvSpPr/>
      </dsp:nvSpPr>
      <dsp:spPr>
        <a:xfrm>
          <a:off x="788484" y="748739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5DFC9-3A7B-494C-AA2F-B6471C7A2D2D}">
      <dsp:nvSpPr>
        <dsp:cNvPr id="0" name=""/>
        <dsp:cNvSpPr/>
      </dsp:nvSpPr>
      <dsp:spPr>
        <a:xfrm>
          <a:off x="4219" y="170923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Records: 200,000 synthetic hotel bookings</a:t>
          </a:r>
        </a:p>
      </dsp:txBody>
      <dsp:txXfrm>
        <a:off x="4219" y="1709232"/>
        <a:ext cx="2413125" cy="441149"/>
      </dsp:txXfrm>
    </dsp:sp>
    <dsp:sp modelId="{8F427769-590A-40A9-AF77-CE6742B7F6BD}">
      <dsp:nvSpPr>
        <dsp:cNvPr id="0" name=""/>
        <dsp:cNvSpPr/>
      </dsp:nvSpPr>
      <dsp:spPr>
        <a:xfrm>
          <a:off x="4219" y="2204288"/>
          <a:ext cx="2413125" cy="1239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EDA56-F7DE-482F-8EFA-ADDD4BEA64AF}">
      <dsp:nvSpPr>
        <dsp:cNvPr id="0" name=""/>
        <dsp:cNvSpPr/>
      </dsp:nvSpPr>
      <dsp:spPr>
        <a:xfrm>
          <a:off x="3623906" y="748739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7E923-399F-434A-B420-221EE2EC2FF1}">
      <dsp:nvSpPr>
        <dsp:cNvPr id="0" name=""/>
        <dsp:cNvSpPr/>
      </dsp:nvSpPr>
      <dsp:spPr>
        <a:xfrm>
          <a:off x="2839641" y="170923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Variables: 25 </a:t>
          </a:r>
        </a:p>
      </dsp:txBody>
      <dsp:txXfrm>
        <a:off x="2839641" y="1709232"/>
        <a:ext cx="2413125" cy="441149"/>
      </dsp:txXfrm>
    </dsp:sp>
    <dsp:sp modelId="{97880D7C-08C5-405B-A33D-7C878F18425B}">
      <dsp:nvSpPr>
        <dsp:cNvPr id="0" name=""/>
        <dsp:cNvSpPr/>
      </dsp:nvSpPr>
      <dsp:spPr>
        <a:xfrm>
          <a:off x="2839641" y="2204288"/>
          <a:ext cx="2413125" cy="1239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82BCB7-BC2B-4700-8971-7ED1E9DF6C54}">
      <dsp:nvSpPr>
        <dsp:cNvPr id="0" name=""/>
        <dsp:cNvSpPr/>
      </dsp:nvSpPr>
      <dsp:spPr>
        <a:xfrm>
          <a:off x="6459328" y="748739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03F65-A1A2-46B6-9BCD-A00D8589F354}">
      <dsp:nvSpPr>
        <dsp:cNvPr id="0" name=""/>
        <dsp:cNvSpPr/>
      </dsp:nvSpPr>
      <dsp:spPr>
        <a:xfrm>
          <a:off x="5675062" y="170923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Targets: </a:t>
          </a:r>
        </a:p>
      </dsp:txBody>
      <dsp:txXfrm>
        <a:off x="5675062" y="1709232"/>
        <a:ext cx="2413125" cy="441149"/>
      </dsp:txXfrm>
    </dsp:sp>
    <dsp:sp modelId="{0AEFB42F-5FA2-4A10-A819-7A620FD4C67C}">
      <dsp:nvSpPr>
        <dsp:cNvPr id="0" name=""/>
        <dsp:cNvSpPr/>
      </dsp:nvSpPr>
      <dsp:spPr>
        <a:xfrm>
          <a:off x="5675062" y="2204288"/>
          <a:ext cx="2413125" cy="1239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target_class</a:t>
          </a:r>
          <a:r>
            <a:rPr lang="en-US" sz="1400" b="1" kern="1200" dirty="0"/>
            <a:t>: booking outcome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Target_value</a:t>
          </a:r>
          <a:r>
            <a:rPr lang="en-US" sz="1400" b="1" kern="1200" dirty="0"/>
            <a:t>: realized revenue</a:t>
          </a:r>
        </a:p>
      </dsp:txBody>
      <dsp:txXfrm>
        <a:off x="5675062" y="2204288"/>
        <a:ext cx="2413125" cy="1239776"/>
      </dsp:txXfrm>
    </dsp:sp>
    <dsp:sp modelId="{8AB25044-50C2-4AAC-B992-0DC323D7B2ED}">
      <dsp:nvSpPr>
        <dsp:cNvPr id="0" name=""/>
        <dsp:cNvSpPr/>
      </dsp:nvSpPr>
      <dsp:spPr>
        <a:xfrm>
          <a:off x="9294750" y="748739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E6056-DB80-462E-AC7D-03E1F9435F03}">
      <dsp:nvSpPr>
        <dsp:cNvPr id="0" name=""/>
        <dsp:cNvSpPr/>
      </dsp:nvSpPr>
      <dsp:spPr>
        <a:xfrm>
          <a:off x="8510484" y="170923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Types : </a:t>
          </a:r>
        </a:p>
      </dsp:txBody>
      <dsp:txXfrm>
        <a:off x="8510484" y="1709232"/>
        <a:ext cx="2413125" cy="441149"/>
      </dsp:txXfrm>
    </dsp:sp>
    <dsp:sp modelId="{35041A36-58CD-4A27-B376-0E913630F751}">
      <dsp:nvSpPr>
        <dsp:cNvPr id="0" name=""/>
        <dsp:cNvSpPr/>
      </dsp:nvSpPr>
      <dsp:spPr>
        <a:xfrm>
          <a:off x="8510484" y="2204288"/>
          <a:ext cx="2413125" cy="1239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Numerical: lead times, stay nights, rates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Categorical: channel, room type, market segment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Datetime: booking date</a:t>
          </a:r>
        </a:p>
      </dsp:txBody>
      <dsp:txXfrm>
        <a:off x="8510484" y="2204288"/>
        <a:ext cx="2413125" cy="12397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4A38F-6868-46DB-9C57-1550CA0D6C05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Missing Values:</a:t>
          </a:r>
          <a:r>
            <a:rPr lang="en-US" sz="2400" b="0" i="0" kern="1200" baseline="0"/>
            <a:t> Median for numeric, mode for categorical.</a:t>
          </a:r>
          <a:endParaRPr lang="en-US" sz="2400" kern="1200"/>
        </a:p>
      </dsp:txBody>
      <dsp:txXfrm>
        <a:off x="27017" y="27017"/>
        <a:ext cx="7668958" cy="868383"/>
      </dsp:txXfrm>
    </dsp:sp>
    <dsp:sp modelId="{58F21B56-7401-4BC9-917A-F5BAE977C304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Outliers:</a:t>
          </a:r>
          <a:r>
            <a:rPr lang="en-US" sz="2400" b="0" i="0" kern="1200" baseline="0"/>
            <a:t> IQR capping for loyalty points, rates, distances.</a:t>
          </a:r>
          <a:endParaRPr lang="en-US" sz="2400" kern="1200"/>
        </a:p>
      </dsp:txBody>
      <dsp:txXfrm>
        <a:off x="759181" y="1117146"/>
        <a:ext cx="7356493" cy="868383"/>
      </dsp:txXfrm>
    </dsp:sp>
    <dsp:sp modelId="{16B29731-8AF4-4081-8C65-A64301321684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Dates:</a:t>
          </a:r>
          <a:r>
            <a:rPr lang="en-US" sz="2400" b="0" i="0" kern="1200" baseline="0"/>
            <a:t> Converted and standardized booking/check-in dates.</a:t>
          </a:r>
          <a:endParaRPr lang="en-US" sz="2400" kern="1200"/>
        </a:p>
      </dsp:txBody>
      <dsp:txXfrm>
        <a:off x="1480418" y="2207275"/>
        <a:ext cx="7367421" cy="868383"/>
      </dsp:txXfrm>
    </dsp:sp>
    <dsp:sp modelId="{C376794D-5168-4F44-BF75-9C486C4E91F4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Class Imbalance:</a:t>
          </a:r>
          <a:r>
            <a:rPr lang="en-US" sz="2400" b="0" i="0" kern="1200" baseline="0"/>
            <a:t> SMOTE applied to balance “Completed” bookings.</a:t>
          </a:r>
          <a:endParaRPr lang="en-US" sz="2400" kern="1200"/>
        </a:p>
      </dsp:txBody>
      <dsp:txXfrm>
        <a:off x="2212582" y="3297404"/>
        <a:ext cx="7356493" cy="868383"/>
      </dsp:txXfrm>
    </dsp:sp>
    <dsp:sp modelId="{586D1DF0-1743-469B-9E5E-0FBEDFB0B3D2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F74422B9-8B25-4D65-930B-83328D498B34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01E9C44C-9677-444E-A20E-A297FD758D2B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CDB5A-7D04-43F5-B5B4-1A70738FF10C}">
      <dsp:nvSpPr>
        <dsp:cNvPr id="0" name=""/>
        <dsp:cNvSpPr/>
      </dsp:nvSpPr>
      <dsp:spPr>
        <a:xfrm>
          <a:off x="0" y="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Booking Value:</a:t>
          </a:r>
          <a:r>
            <a:rPr lang="en-US" sz="1900" kern="1200"/>
            <a:t> Combined rooms, nights, and rates.</a:t>
          </a:r>
        </a:p>
      </dsp:txBody>
      <dsp:txXfrm>
        <a:off x="22105" y="22105"/>
        <a:ext cx="7511741" cy="710494"/>
      </dsp:txXfrm>
    </dsp:sp>
    <dsp:sp modelId="{8753449C-8FA5-4821-8949-FC395F4E7384}">
      <dsp:nvSpPr>
        <dsp:cNvPr id="0" name=""/>
        <dsp:cNvSpPr/>
      </dsp:nvSpPr>
      <dsp:spPr>
        <a:xfrm>
          <a:off x="628350" y="85952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Rate Competitiveness:</a:t>
          </a:r>
          <a:r>
            <a:rPr lang="en-US" sz="1900" kern="1200"/>
            <a:t> Hotel vs. competitor pricing.</a:t>
          </a:r>
        </a:p>
      </dsp:txBody>
      <dsp:txXfrm>
        <a:off x="650455" y="881630"/>
        <a:ext cx="7251309" cy="710494"/>
      </dsp:txXfrm>
    </dsp:sp>
    <dsp:sp modelId="{417BBAA4-6F5A-4AD9-9FEB-2828497E1DC4}">
      <dsp:nvSpPr>
        <dsp:cNvPr id="0" name=""/>
        <dsp:cNvSpPr/>
      </dsp:nvSpPr>
      <dsp:spPr>
        <a:xfrm>
          <a:off x="1256700" y="171905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Lead Time Buckets:</a:t>
          </a:r>
          <a:r>
            <a:rPr lang="en-US" sz="1900" kern="1200"/>
            <a:t> Grouped for cancellation patterns.</a:t>
          </a:r>
        </a:p>
      </dsp:txBody>
      <dsp:txXfrm>
        <a:off x="1278805" y="1741155"/>
        <a:ext cx="7251309" cy="710494"/>
      </dsp:txXfrm>
    </dsp:sp>
    <dsp:sp modelId="{67AEEAEF-5068-4ECF-A5A5-AB580B98BB02}">
      <dsp:nvSpPr>
        <dsp:cNvPr id="0" name=""/>
        <dsp:cNvSpPr/>
      </dsp:nvSpPr>
      <dsp:spPr>
        <a:xfrm>
          <a:off x="1885050" y="257857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Loyalty Tiers:</a:t>
          </a:r>
          <a:r>
            <a:rPr lang="en-US" sz="1900" kern="1200"/>
            <a:t> Segmented engagement levels.</a:t>
          </a:r>
        </a:p>
      </dsp:txBody>
      <dsp:txXfrm>
        <a:off x="1907155" y="2600680"/>
        <a:ext cx="7251309" cy="710494"/>
      </dsp:txXfrm>
    </dsp:sp>
    <dsp:sp modelId="{EED92ADF-A22E-4D81-A0B2-09CEB9CCC26D}">
      <dsp:nvSpPr>
        <dsp:cNvPr id="0" name=""/>
        <dsp:cNvSpPr/>
      </dsp:nvSpPr>
      <dsp:spPr>
        <a:xfrm>
          <a:off x="2513400" y="343810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Derived Features:</a:t>
          </a:r>
          <a:r>
            <a:rPr lang="en-US" sz="1900" kern="1200"/>
            <a:t> Total guests, weekend flag, seasonal indicators.</a:t>
          </a:r>
        </a:p>
      </dsp:txBody>
      <dsp:txXfrm>
        <a:off x="2535505" y="3460205"/>
        <a:ext cx="7251309" cy="710494"/>
      </dsp:txXfrm>
    </dsp:sp>
    <dsp:sp modelId="{EF699FF9-349A-4066-BAF4-99748235007B}">
      <dsp:nvSpPr>
        <dsp:cNvPr id="0" name=""/>
        <dsp:cNvSpPr/>
      </dsp:nvSpPr>
      <dsp:spPr>
        <a:xfrm>
          <a:off x="7923870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034246" y="551353"/>
        <a:ext cx="269806" cy="369145"/>
      </dsp:txXfrm>
    </dsp:sp>
    <dsp:sp modelId="{77B3F344-DA7F-4878-8E01-93919F8FE11D}">
      <dsp:nvSpPr>
        <dsp:cNvPr id="0" name=""/>
        <dsp:cNvSpPr/>
      </dsp:nvSpPr>
      <dsp:spPr>
        <a:xfrm>
          <a:off x="8552220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62596" y="1410878"/>
        <a:ext cx="269806" cy="369145"/>
      </dsp:txXfrm>
    </dsp:sp>
    <dsp:sp modelId="{15849EEA-D1AD-4A40-88BD-1AD7969A64EF}">
      <dsp:nvSpPr>
        <dsp:cNvPr id="0" name=""/>
        <dsp:cNvSpPr/>
      </dsp:nvSpPr>
      <dsp:spPr>
        <a:xfrm>
          <a:off x="9180570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290946" y="2257825"/>
        <a:ext cx="269806" cy="369145"/>
      </dsp:txXfrm>
    </dsp:sp>
    <dsp:sp modelId="{EB99E014-51BB-457D-8794-80C7CE8267A0}">
      <dsp:nvSpPr>
        <dsp:cNvPr id="0" name=""/>
        <dsp:cNvSpPr/>
      </dsp:nvSpPr>
      <dsp:spPr>
        <a:xfrm>
          <a:off x="980892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919296" y="3125736"/>
        <a:ext cx="269806" cy="3691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691DC-185F-492A-AFE5-C1F4A4A4105B}">
      <dsp:nvSpPr>
        <dsp:cNvPr id="0" name=""/>
        <dsp:cNvSpPr/>
      </dsp:nvSpPr>
      <dsp:spPr>
        <a:xfrm>
          <a:off x="0" y="13667"/>
          <a:ext cx="10927829" cy="761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Logistic Regression:</a:t>
          </a:r>
          <a:r>
            <a:rPr lang="en-US" sz="3100" b="0" i="0" kern="1200" baseline="0"/>
            <a:t> Baseline, interpretable.</a:t>
          </a:r>
          <a:endParaRPr lang="en-US" sz="3100" kern="1200"/>
        </a:p>
      </dsp:txBody>
      <dsp:txXfrm>
        <a:off x="37182" y="50849"/>
        <a:ext cx="10853465" cy="687306"/>
      </dsp:txXfrm>
    </dsp:sp>
    <dsp:sp modelId="{F44394F3-0AD0-4160-881E-350CA5DDEE00}">
      <dsp:nvSpPr>
        <dsp:cNvPr id="0" name=""/>
        <dsp:cNvSpPr/>
      </dsp:nvSpPr>
      <dsp:spPr>
        <a:xfrm>
          <a:off x="0" y="864617"/>
          <a:ext cx="10927829" cy="7616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Random Forest:</a:t>
          </a:r>
          <a:r>
            <a:rPr lang="en-US" sz="3100" b="0" i="0" kern="1200" baseline="0"/>
            <a:t> Captured non-linear patterns.</a:t>
          </a:r>
          <a:endParaRPr lang="en-US" sz="3100" kern="1200"/>
        </a:p>
      </dsp:txBody>
      <dsp:txXfrm>
        <a:off x="37182" y="901799"/>
        <a:ext cx="10853465" cy="687306"/>
      </dsp:txXfrm>
    </dsp:sp>
    <dsp:sp modelId="{16AE56F0-A165-4484-93F3-BDD935578037}">
      <dsp:nvSpPr>
        <dsp:cNvPr id="0" name=""/>
        <dsp:cNvSpPr/>
      </dsp:nvSpPr>
      <dsp:spPr>
        <a:xfrm>
          <a:off x="0" y="1715567"/>
          <a:ext cx="10927829" cy="7616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LightGBM:</a:t>
          </a:r>
          <a:r>
            <a:rPr lang="en-US" sz="3100" b="0" i="0" kern="1200" baseline="0"/>
            <a:t> Fast gradient boosting.</a:t>
          </a:r>
          <a:endParaRPr lang="en-US" sz="3100" kern="1200"/>
        </a:p>
      </dsp:txBody>
      <dsp:txXfrm>
        <a:off x="37182" y="1752749"/>
        <a:ext cx="10853465" cy="687306"/>
      </dsp:txXfrm>
    </dsp:sp>
    <dsp:sp modelId="{CFEDBDDB-E3C3-43DB-A9BB-DA7AB8D2864B}">
      <dsp:nvSpPr>
        <dsp:cNvPr id="0" name=""/>
        <dsp:cNvSpPr/>
      </dsp:nvSpPr>
      <dsp:spPr>
        <a:xfrm>
          <a:off x="0" y="2566517"/>
          <a:ext cx="10927829" cy="761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XGBoost:</a:t>
          </a:r>
          <a:r>
            <a:rPr lang="en-US" sz="3100" b="0" i="0" kern="1200" baseline="0"/>
            <a:t> Handled complex relationships.</a:t>
          </a:r>
          <a:endParaRPr lang="en-US" sz="3100" kern="1200"/>
        </a:p>
      </dsp:txBody>
      <dsp:txXfrm>
        <a:off x="37182" y="2603699"/>
        <a:ext cx="10853465" cy="687306"/>
      </dsp:txXfrm>
    </dsp:sp>
    <dsp:sp modelId="{2BACCCCC-E8A9-44F1-B965-B49B71693769}">
      <dsp:nvSpPr>
        <dsp:cNvPr id="0" name=""/>
        <dsp:cNvSpPr/>
      </dsp:nvSpPr>
      <dsp:spPr>
        <a:xfrm>
          <a:off x="0" y="3417467"/>
          <a:ext cx="10927829" cy="76167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CatBoost:</a:t>
          </a:r>
          <a:r>
            <a:rPr lang="en-US" sz="3100" b="0" i="0" kern="1200" baseline="0"/>
            <a:t> Strong with categorical data.</a:t>
          </a:r>
          <a:endParaRPr lang="en-US" sz="3100" kern="1200"/>
        </a:p>
      </dsp:txBody>
      <dsp:txXfrm>
        <a:off x="37182" y="3454649"/>
        <a:ext cx="10853465" cy="6873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86944-4A33-433B-B73E-C38589904C15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7BA05-3B18-4CBA-8BC7-1E2E13C5C31B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2FDE0-7F60-4CA9-B757-1F00DC4B228F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Balanced classes using </a:t>
          </a:r>
          <a:r>
            <a:rPr lang="en-US" sz="1500" b="1" i="0" kern="1200" baseline="0"/>
            <a:t>SMOTE</a:t>
          </a:r>
          <a:r>
            <a:rPr lang="en-US" sz="1500" b="0" i="0" kern="1200" baseline="0"/>
            <a:t>.</a:t>
          </a:r>
          <a:endParaRPr lang="en-US" sz="1500" kern="1200"/>
        </a:p>
      </dsp:txBody>
      <dsp:txXfrm>
        <a:off x="100682" y="2684598"/>
        <a:ext cx="2370489" cy="720000"/>
      </dsp:txXfrm>
    </dsp:sp>
    <dsp:sp modelId="{7F932034-B432-4AE6-873F-44A89F206B9A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C2884-D5BE-4889-B1EF-C539EE314FDC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9BADA-91EB-4993-BD1A-3A6609F39805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Used </a:t>
          </a:r>
          <a:r>
            <a:rPr lang="en-US" sz="1500" b="1" i="0" kern="1200" baseline="0"/>
            <a:t>stratified train/test split</a:t>
          </a:r>
          <a:r>
            <a:rPr lang="en-US" sz="1500" b="0" i="0" kern="1200" baseline="0"/>
            <a:t> to keep class ratios.</a:t>
          </a:r>
          <a:endParaRPr lang="en-US" sz="1500" kern="1200"/>
        </a:p>
      </dsp:txBody>
      <dsp:txXfrm>
        <a:off x="2886007" y="2684598"/>
        <a:ext cx="2370489" cy="720000"/>
      </dsp:txXfrm>
    </dsp:sp>
    <dsp:sp modelId="{9EEC67E0-17A9-4C5C-BDA0-E28177BD9BEE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3B0C8-6A2F-41FB-BE51-47276B5F92D4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24F40-51EA-420D-B402-C24F2B93E8D2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Chose </a:t>
          </a:r>
          <a:r>
            <a:rPr lang="en-US" sz="1500" b="1" i="0" kern="1200" baseline="0"/>
            <a:t>macro F1-score</a:t>
          </a:r>
          <a:r>
            <a:rPr lang="en-US" sz="1500" b="0" i="0" kern="1200" baseline="0"/>
            <a:t> as the main evaluation metric.</a:t>
          </a:r>
          <a:endParaRPr lang="en-US" sz="1500" kern="1200"/>
        </a:p>
      </dsp:txBody>
      <dsp:txXfrm>
        <a:off x="5671332" y="2684598"/>
        <a:ext cx="2370489" cy="720000"/>
      </dsp:txXfrm>
    </dsp:sp>
    <dsp:sp modelId="{8D8D4745-31A2-4B69-93D2-18E1D64B9D13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8BAF6-F7C0-4641-A50C-9D901703BD1A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04157-1C09-498C-A31C-E2C062987727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Compared multiple models to find the most balanced performer.</a:t>
          </a:r>
          <a:endParaRPr lang="en-US" sz="1500" kern="1200"/>
        </a:p>
      </dsp:txBody>
      <dsp:txXfrm>
        <a:off x="8456657" y="2684598"/>
        <a:ext cx="2370489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89751-F8D1-4B31-9288-FB56EC63F5FC}">
      <dsp:nvSpPr>
        <dsp:cNvPr id="0" name=""/>
        <dsp:cNvSpPr/>
      </dsp:nvSpPr>
      <dsp:spPr>
        <a:xfrm flipH="1" flipV="1">
          <a:off x="1232962" y="1423462"/>
          <a:ext cx="1903" cy="392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B2B4A-E61B-4505-9A5C-D4804356E595}">
      <dsp:nvSpPr>
        <dsp:cNvPr id="0" name=""/>
        <dsp:cNvSpPr/>
      </dsp:nvSpPr>
      <dsp:spPr>
        <a:xfrm flipH="1" flipV="1">
          <a:off x="560498" y="3764593"/>
          <a:ext cx="334082" cy="42821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D5420-4E4E-4C24-BA78-88C9BE1642C1}">
      <dsp:nvSpPr>
        <dsp:cNvPr id="0" name=""/>
        <dsp:cNvSpPr/>
      </dsp:nvSpPr>
      <dsp:spPr>
        <a:xfrm>
          <a:off x="333914" y="1800237"/>
          <a:ext cx="1800000" cy="118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Lessons Learned:</a:t>
          </a:r>
          <a:endParaRPr lang="en-US" sz="2400" kern="1200" dirty="0"/>
        </a:p>
      </dsp:txBody>
      <dsp:txXfrm>
        <a:off x="333914" y="1800237"/>
        <a:ext cx="1800000" cy="1181250"/>
      </dsp:txXfrm>
    </dsp:sp>
    <dsp:sp modelId="{F6371743-080B-46E0-8CF6-E307F12E882D}">
      <dsp:nvSpPr>
        <dsp:cNvPr id="0" name=""/>
        <dsp:cNvSpPr/>
      </dsp:nvSpPr>
      <dsp:spPr>
        <a:xfrm>
          <a:off x="2799914" y="785777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BE2091-EE11-4D47-964B-F63C0BCB71D1}">
      <dsp:nvSpPr>
        <dsp:cNvPr id="0" name=""/>
        <dsp:cNvSpPr/>
      </dsp:nvSpPr>
      <dsp:spPr>
        <a:xfrm>
          <a:off x="3033914" y="1019777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8859A-7011-45D1-A995-DA4018B17261}">
      <dsp:nvSpPr>
        <dsp:cNvPr id="0" name=""/>
        <dsp:cNvSpPr/>
      </dsp:nvSpPr>
      <dsp:spPr>
        <a:xfrm>
          <a:off x="2448914" y="2225777"/>
          <a:ext cx="1800000" cy="118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Addressing missing values and outliers is key for reliable models.</a:t>
          </a:r>
        </a:p>
      </dsp:txBody>
      <dsp:txXfrm>
        <a:off x="2448914" y="2225777"/>
        <a:ext cx="1800000" cy="1181250"/>
      </dsp:txXfrm>
    </dsp:sp>
    <dsp:sp modelId="{7A53EF54-2984-46C3-96E1-B1E9E12BB3CC}">
      <dsp:nvSpPr>
        <dsp:cNvPr id="0" name=""/>
        <dsp:cNvSpPr/>
      </dsp:nvSpPr>
      <dsp:spPr>
        <a:xfrm>
          <a:off x="4914914" y="785777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AD364-609C-437F-A404-04DBE3DFFD71}">
      <dsp:nvSpPr>
        <dsp:cNvPr id="0" name=""/>
        <dsp:cNvSpPr/>
      </dsp:nvSpPr>
      <dsp:spPr>
        <a:xfrm>
          <a:off x="5148914" y="1019777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6699D-5CBA-49ED-BB1D-211EB079C269}">
      <dsp:nvSpPr>
        <dsp:cNvPr id="0" name=""/>
        <dsp:cNvSpPr/>
      </dsp:nvSpPr>
      <dsp:spPr>
        <a:xfrm>
          <a:off x="4563914" y="2225777"/>
          <a:ext cx="1800000" cy="118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Feature engineering (loyalty tiers, booking value) greatly improved insights.</a:t>
          </a:r>
        </a:p>
      </dsp:txBody>
      <dsp:txXfrm>
        <a:off x="4563914" y="2225777"/>
        <a:ext cx="1800000" cy="1181250"/>
      </dsp:txXfrm>
    </dsp:sp>
    <dsp:sp modelId="{F9A42933-5190-4BAD-96E6-02E25A57D222}">
      <dsp:nvSpPr>
        <dsp:cNvPr id="0" name=""/>
        <dsp:cNvSpPr/>
      </dsp:nvSpPr>
      <dsp:spPr>
        <a:xfrm>
          <a:off x="7029914" y="785777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FA550-A6ED-4230-A0E9-BDBDD21198D4}">
      <dsp:nvSpPr>
        <dsp:cNvPr id="0" name=""/>
        <dsp:cNvSpPr/>
      </dsp:nvSpPr>
      <dsp:spPr>
        <a:xfrm>
          <a:off x="7263914" y="1019777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400EB-94EF-486B-B015-E4D566EFAA93}">
      <dsp:nvSpPr>
        <dsp:cNvPr id="0" name=""/>
        <dsp:cNvSpPr/>
      </dsp:nvSpPr>
      <dsp:spPr>
        <a:xfrm>
          <a:off x="6678914" y="2225777"/>
          <a:ext cx="1800000" cy="118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Balancing data with SMOTE helped handle class imbalance effectively.</a:t>
          </a:r>
        </a:p>
      </dsp:txBody>
      <dsp:txXfrm>
        <a:off x="6678914" y="2225777"/>
        <a:ext cx="1800000" cy="1181250"/>
      </dsp:txXfrm>
    </dsp:sp>
    <dsp:sp modelId="{D0AA3577-560D-460E-80CD-A4E427CF6827}">
      <dsp:nvSpPr>
        <dsp:cNvPr id="0" name=""/>
        <dsp:cNvSpPr/>
      </dsp:nvSpPr>
      <dsp:spPr>
        <a:xfrm>
          <a:off x="9144914" y="785777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3F37A-7F2B-4B54-A939-1D56425C0E5A}">
      <dsp:nvSpPr>
        <dsp:cNvPr id="0" name=""/>
        <dsp:cNvSpPr/>
      </dsp:nvSpPr>
      <dsp:spPr>
        <a:xfrm>
          <a:off x="9378914" y="1019777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D2849-905F-411C-ABEF-4B30C3700C5F}">
      <dsp:nvSpPr>
        <dsp:cNvPr id="0" name=""/>
        <dsp:cNvSpPr/>
      </dsp:nvSpPr>
      <dsp:spPr>
        <a:xfrm>
          <a:off x="8793914" y="2225777"/>
          <a:ext cx="1800000" cy="118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Based on the contributions of my team members, I would suggest $100,000 to each members.</a:t>
          </a:r>
        </a:p>
      </dsp:txBody>
      <dsp:txXfrm>
        <a:off x="8793914" y="2225777"/>
        <a:ext cx="1800000" cy="1181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03B6B-AB9C-4BDC-9B2B-B5250B07B08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C4362-58D4-4670-B20F-143FB55D2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0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95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7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01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07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75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45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47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08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42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7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5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83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40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lessons were that clean, balanced data and meaningful feature engineering make a huge difference to predictive performance.</a:t>
            </a:r>
          </a:p>
          <a:p>
            <a:r>
              <a:rPr lang="en-US" dirty="0"/>
              <a:t>My contribution was leading data cleaning and creating engineered features that added business value.</a:t>
            </a:r>
          </a:p>
          <a:p>
            <a:r>
              <a:rPr lang="en-US" dirty="0"/>
              <a:t>For a $300,000 budget, I’d split it evenly — $100,000 each — as data prep, modeling, and analysis all played critical roles in the project."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C4362-58D4-4670-B20F-143FB55D2D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53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B99B-413D-E210-04C8-A08C201BC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16936-F1B2-099B-3D19-5E770BB39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1D17F-2F1F-79C1-0B80-12747F4B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62159-D887-FF29-D0BF-B2B2F9F2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DA86A-45B1-AAB2-4F14-65099001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2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088B-C2CE-CD85-CA0A-D95248CFD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8E48-A0FC-6EAB-019F-5BF51B4D6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D5AF-128C-79FD-E4E1-55F0D43D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ADB3-B165-43C9-8DE6-86907E0F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5D21C-A925-1C5A-9C56-957148C6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6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CEDA-F570-8240-3758-7233F21D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0505E-40DB-DB5E-2E07-686617B21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018EF-F567-87EE-76FC-5FBFDFEC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DE6A2-044D-5AE6-6A66-DF2238D4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1DF5E-AB96-46CA-7814-21ECC37E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0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AA0C-EE95-CA15-0525-BFE4305C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82B6-2103-1720-F2DA-55471932E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2CAC2-5CF0-D070-30C0-8B1887CCB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7002-D8E7-D10A-4B9E-E3D6705D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6230C-F111-9D5D-05EA-6F09A85B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2E24A-1197-881C-C93C-A3231AD7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8C30-882D-9953-42A0-32C740C2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8013B-131D-618F-40EE-769B2A303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DAA36-FEF7-5F00-B0C9-ED9872904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A5A0CC-D4E3-4785-C506-397AEE964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37B8D-7142-366D-D48B-EAA826226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AED8E-5CDB-201B-FB08-6D8AB86A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371A9-8896-AE68-5BF9-697C27EC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7C192-8BDA-42CB-CA5C-8046C8D3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7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9C66-F74A-5E2C-058E-0534E902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D8C17-42CA-2828-B85C-F397CEE88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C219D-6A8D-237D-B547-CBF124F7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E98A4-1AAC-4215-87B5-9547C3F1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7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AFD0-2D79-7A0F-A132-2C3B845A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0F394-7041-356D-2346-B48247F6C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94909-D02A-2F20-0BAA-C9ECA6ED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8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FCD4-F625-BDA3-E46F-33FBB8F2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98E3A-1953-A25B-2422-ADEA9C8C4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EEED0-9897-C5F9-257A-25349B52C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E462D-8BD1-E763-F80C-E5A8D75D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68942-0A6D-4595-41A2-14E0837F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FF25D-95E5-EEBD-3C4C-EB090AD8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8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F0B2-9B7D-659C-3E27-69A1D294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EDAF0-052B-7214-FBD2-EAC0585A2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4A433-BC56-4778-37E7-D9F16FCF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FFC8B-648F-4485-5373-71A6BE404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539C7-8059-140E-3075-0CC85308D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45579-149F-5256-CC0F-FE17646A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5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C19A-C5D0-67E0-6373-40EA575A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94B18-CC06-A127-20E0-C81B98C25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82FA5-95B2-9D5E-A06C-6B853588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0E6C9-3A5F-2C80-CDB4-ABC7D0BB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D2E79-BC49-F2BC-2A9B-E13EA380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9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2F7847-C01F-4E75-0271-B31EBCBBD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8246A-EE0F-7179-0188-64C965DC9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62D0-EC33-CA47-7064-73AFA2AE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87E51-E91A-DD16-6744-3C43C0AC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826ED-13B7-ED31-B510-2E266800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8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056DB-415E-DCC0-5795-3BE887A2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CABD5-3049-20A8-CDB4-F81F0C381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050B-D78F-A35E-0FBA-457A5A189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106D4-D558-46F9-90ED-E0715EA0CE8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E1B90-8CDF-8AB8-32D6-D039F9468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689EC-0E5B-64C6-DE11-D7DD220D6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6FB5B-C236-4F66-BBF9-350E48E40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841C3-9D88-8F73-F856-4C5294862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Predicting Hotel Reservation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E14F1-964A-A581-D317-ABD91C9C7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Team Group 8A </a:t>
            </a:r>
          </a:p>
          <a:p>
            <a:pPr algn="l"/>
            <a:r>
              <a:rPr lang="en-US"/>
              <a:t>Sumanjali Banjara</a:t>
            </a:r>
          </a:p>
          <a:p>
            <a:pPr algn="l"/>
            <a:r>
              <a:rPr lang="en-US"/>
              <a:t>11821870</a:t>
            </a:r>
          </a:p>
        </p:txBody>
      </p:sp>
    </p:spTree>
    <p:extLst>
      <p:ext uri="{BB962C8B-B14F-4D97-AF65-F5344CB8AC3E}">
        <p14:creationId xmlns:p14="http://schemas.microsoft.com/office/powerpoint/2010/main" val="155378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97833-6049-57CD-BBE0-27650AB4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48F4B52-B15D-70B8-72F1-047E600C51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6680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316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C4097-6B01-B840-84F4-C6A7DD98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Business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8B7C66-4E96-02B5-F8B0-08B31C2B6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44332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9326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B2F42-2E20-C55C-9B0D-CF19C0EA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D2D8DC-049D-9C5A-CB72-EE970A9C83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1517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911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1489C-131D-99B7-D7F3-E292DAD8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cleaning </a:t>
            </a: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95D11341-B9AD-54D8-FF83-B9E61D6C9B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4624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698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484D6-F9B2-10B7-9B1C-211C1CEF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Feature Engineering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AB9C4D2-9EC3-E452-6462-0C4C926D6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32988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1016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213C8-0490-FDF7-5F9C-3E9318C6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Exploratory Data Analysis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DC6A6A7-335B-1D33-6315-8D72AFEAF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4923" y="2405894"/>
            <a:ext cx="5315189" cy="35350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Graph: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Booking Outcome % by Weekend Check-in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Insight: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Weekend bookings show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no-show rates (40.3%)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than weekdays.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Completed bookings drop to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20.5% on weekends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compared to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26% on weekdays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Cancellation rates remain nearly the same, indicating the main issue is attendance.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Why It Matters: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Highlights that leisure-driven weekend stays are less reliable.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Provides actionable insight to implement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targeted reminders, flexible pricing, or deposits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weekend reservations.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graph of a flight schedule&#10;&#10;AI-generated content may be incorrect.">
            <a:extLst>
              <a:ext uri="{FF2B5EF4-FFF2-40B4-BE49-F238E27FC236}">
                <a16:creationId xmlns:a16="http://schemas.microsoft.com/office/drawing/2014/main" id="{2CBE294E-BCB0-34FA-30DC-DDCC2BDE0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246" y="1996207"/>
            <a:ext cx="4767554" cy="321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3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F6D71-9ACF-2F7B-EB52-2D766B35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Model Selection and Performance 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22BE1751-AEFC-C318-3878-A1FD0AE41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4196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427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60648-974C-412E-A2A1-A2C297E2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Approach for model selection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DB4C70BC-9E0D-74E5-0535-95B49A5CAA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8840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463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041FE-6D5B-5E1F-B923-8724C019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Hyperparameter tuning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26F84C-D356-43B9-5224-57EB7ED2F0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Improve model performance and class balance.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Approach: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with stratified cross-validation.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Optimized for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macro F1-score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handle imbalance.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Tuned Models: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Logistic Regression: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Adjusted regularization strength and penalty types.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CatBoost: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Tuned tree depth, learning rate, iterations, and regularization.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Tuning boosted recall on “Completed” bookings and confirmed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CatBoost (Tuned)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as the best model.</a:t>
            </a:r>
          </a:p>
        </p:txBody>
      </p:sp>
    </p:spTree>
    <p:extLst>
      <p:ext uri="{BB962C8B-B14F-4D97-AF65-F5344CB8AC3E}">
        <p14:creationId xmlns:p14="http://schemas.microsoft.com/office/powerpoint/2010/main" val="168483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0FAF7-DC84-490F-D23B-56773C54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performance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260E33-D8EF-1F4E-281E-893A84DDF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14381"/>
              </p:ext>
            </p:extLst>
          </p:nvPr>
        </p:nvGraphicFramePr>
        <p:xfrm>
          <a:off x="699713" y="1989499"/>
          <a:ext cx="9447494" cy="445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60829">
                  <a:extLst>
                    <a:ext uri="{9D8B030D-6E8A-4147-A177-3AD203B41FA5}">
                      <a16:colId xmlns:a16="http://schemas.microsoft.com/office/drawing/2014/main" val="2554490228"/>
                    </a:ext>
                  </a:extLst>
                </a:gridCol>
                <a:gridCol w="1028887">
                  <a:extLst>
                    <a:ext uri="{9D8B030D-6E8A-4147-A177-3AD203B41FA5}">
                      <a16:colId xmlns:a16="http://schemas.microsoft.com/office/drawing/2014/main" val="2007851527"/>
                    </a:ext>
                  </a:extLst>
                </a:gridCol>
                <a:gridCol w="910232">
                  <a:extLst>
                    <a:ext uri="{9D8B030D-6E8A-4147-A177-3AD203B41FA5}">
                      <a16:colId xmlns:a16="http://schemas.microsoft.com/office/drawing/2014/main" val="3110184749"/>
                    </a:ext>
                  </a:extLst>
                </a:gridCol>
                <a:gridCol w="1028887">
                  <a:extLst>
                    <a:ext uri="{9D8B030D-6E8A-4147-A177-3AD203B41FA5}">
                      <a16:colId xmlns:a16="http://schemas.microsoft.com/office/drawing/2014/main" val="4057806028"/>
                    </a:ext>
                  </a:extLst>
                </a:gridCol>
                <a:gridCol w="910232">
                  <a:extLst>
                    <a:ext uri="{9D8B030D-6E8A-4147-A177-3AD203B41FA5}">
                      <a16:colId xmlns:a16="http://schemas.microsoft.com/office/drawing/2014/main" val="403892446"/>
                    </a:ext>
                  </a:extLst>
                </a:gridCol>
                <a:gridCol w="3308427">
                  <a:extLst>
                    <a:ext uri="{9D8B030D-6E8A-4147-A177-3AD203B41FA5}">
                      <a16:colId xmlns:a16="http://schemas.microsoft.com/office/drawing/2014/main" val="694444341"/>
                    </a:ext>
                  </a:extLst>
                </a:gridCol>
              </a:tblGrid>
              <a:tr h="556520"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Accuracy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F1 (Macro)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Precision (Macro)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Recall (Macro)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Notes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320952445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r>
                        <a:rPr lang="en-US" sz="1400" b="1"/>
                        <a:t>CatBoost (Tuned)</a:t>
                      </a:r>
                      <a:endParaRPr lang="en-US" sz="1400"/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0.420</a:t>
                      </a:r>
                      <a:endParaRPr lang="en-US" sz="1400"/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0.389</a:t>
                      </a:r>
                      <a:endParaRPr lang="en-US" sz="1400"/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0.397</a:t>
                      </a:r>
                      <a:endParaRPr lang="en-US" sz="1400"/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0.392</a:t>
                      </a:r>
                      <a:endParaRPr lang="en-US" sz="1400"/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Best macro F1; balanced predictions across classes.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558593677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r>
                        <a:rPr lang="en-US" sz="1400" dirty="0"/>
                        <a:t>Logistic Regression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0.389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0.383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0.386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0.386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Baseline model; simple and interpretable.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3166288482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r>
                        <a:rPr lang="en-US" sz="1400"/>
                        <a:t>Logistic Regression (Tuned)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0.389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0.383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0.386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0.386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Minor tuning; no significant improvement.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1921357157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r>
                        <a:rPr lang="en-US" sz="1400"/>
                        <a:t>CatBoost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0.422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0.369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0.395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0.382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Good with categorical data; slightly lower F1.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3374217861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r>
                        <a:rPr lang="en-US" sz="1400"/>
                        <a:t>XGBoost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0.423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0.365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0.396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0.381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Captures complex patterns; recall slightly lower.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708068004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r>
                        <a:rPr lang="en-US" sz="1400"/>
                        <a:t>LightGBM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0.430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0.365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0.405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0.386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Highest accuracy; weaker macro F1 balance.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2668654208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r>
                        <a:rPr lang="en-US" sz="1400"/>
                        <a:t>Random Forest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0.410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0.361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0.380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0.372</a:t>
                      </a:r>
                    </a:p>
                  </a:txBody>
                  <a:tcPr marL="65837" marR="65837" marT="32919" marB="3291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Handles non-linear features; lower F1 overall.</a:t>
                      </a:r>
                    </a:p>
                  </a:txBody>
                  <a:tcPr marL="65837" marR="65837" marT="32919" marB="32919" anchor="ctr"/>
                </a:tc>
                <a:extLst>
                  <a:ext uri="{0D108BD9-81ED-4DB2-BD59-A6C34878D82A}">
                    <a16:rowId xmlns:a16="http://schemas.microsoft.com/office/drawing/2014/main" val="2091462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90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6E2C-B673-A6FC-83B3-8CD6A811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Criteria for Model Selection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B62292-8816-14BF-1B08-E6EBA295B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Primary Metric: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Macro F1-score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Ensured balanced performance across all booking outcomes (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Completed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Cancelled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No-Show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Chosen due to class imbalance in the dataset.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Secondary Metrics: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gauge overall prediction correctness.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Precision &amp; Recall: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Evaluated ability to correctly identify each class, specially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Completed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bookings.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ROC AUC: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Measured class separability using one-vs-rest curves.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095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C4F418-32AF-3FC9-CA83-2DD063AD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Best Model</a:t>
            </a:r>
          </a:p>
        </p:txBody>
      </p:sp>
      <p:pic>
        <p:nvPicPr>
          <p:cNvPr id="6" name="Content Placeholder 5" descr="A chart with numbers and a number of different colors&#10;&#10;AI-generated content may be incorrect.">
            <a:extLst>
              <a:ext uri="{FF2B5EF4-FFF2-40B4-BE49-F238E27FC236}">
                <a16:creationId xmlns:a16="http://schemas.microsoft.com/office/drawing/2014/main" id="{C2C4970F-F03E-53AC-9129-13E5A8A0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347" y="1715896"/>
            <a:ext cx="3008465" cy="2617365"/>
          </a:xfrm>
          <a:prstGeom prst="rect">
            <a:avLst/>
          </a:prstGeom>
        </p:spPr>
      </p:pic>
      <p:pic>
        <p:nvPicPr>
          <p:cNvPr id="8" name="Picture 7" descr="A graph of a curve&#10;&#10;AI-generated content may be incorrect.">
            <a:extLst>
              <a:ext uri="{FF2B5EF4-FFF2-40B4-BE49-F238E27FC236}">
                <a16:creationId xmlns:a16="http://schemas.microsoft.com/office/drawing/2014/main" id="{CAE01467-E4DF-0135-8355-CBF32324C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387" y="3429000"/>
            <a:ext cx="3388174" cy="2617365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99F1BFC6-7E01-2400-A45A-158F439CF2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6040" y="2088054"/>
            <a:ext cx="4253347" cy="42573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Chosen Model: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(Tuned)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it Stood Out: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Achieved the highest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macro F1-score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among all models.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Balanced predictions across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Completed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Cancelled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NoShow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Improved recall on the “Completed” class, crucial for revenue prediction.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Required minimal preprocessing and handled categorical features effectively.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Selected as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final model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booking outcome prediction.</a:t>
            </a:r>
          </a:p>
        </p:txBody>
      </p:sp>
    </p:spTree>
    <p:extLst>
      <p:ext uri="{BB962C8B-B14F-4D97-AF65-F5344CB8AC3E}">
        <p14:creationId xmlns:p14="http://schemas.microsoft.com/office/powerpoint/2010/main" val="274925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2E182-122E-26DD-E429-C55AF6BF7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37933-81D8-F25D-6817-68DC033E8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/>
              <a:t>How it was used:</a:t>
            </a:r>
            <a:endParaRPr lang="en-US" sz="2000"/>
          </a:p>
          <a:p>
            <a:r>
              <a:rPr lang="en-US" sz="2000"/>
              <a:t>The tuned </a:t>
            </a:r>
            <a:r>
              <a:rPr lang="en-US" sz="2000" b="1"/>
              <a:t>CatBoost model</a:t>
            </a:r>
            <a:r>
              <a:rPr lang="en-US" sz="2000"/>
              <a:t> predicts booking outcomes (</a:t>
            </a:r>
            <a:r>
              <a:rPr lang="en-US" sz="2000" i="1"/>
              <a:t>Completed</a:t>
            </a:r>
            <a:r>
              <a:rPr lang="en-US" sz="2000"/>
              <a:t>, </a:t>
            </a:r>
            <a:r>
              <a:rPr lang="en-US" sz="2000" i="1"/>
              <a:t>Cancelled</a:t>
            </a:r>
            <a:r>
              <a:rPr lang="en-US" sz="2000"/>
              <a:t>, </a:t>
            </a:r>
            <a:r>
              <a:rPr lang="en-US" sz="2000" i="1"/>
              <a:t>No-Show</a:t>
            </a:r>
            <a:r>
              <a:rPr lang="en-US" sz="2000"/>
              <a:t>) using features like lead time, loyalty points, discounts, and stay details.</a:t>
            </a:r>
          </a:p>
          <a:p>
            <a:r>
              <a:rPr lang="en-US" sz="2000" b="1"/>
              <a:t>Expected Error:</a:t>
            </a:r>
            <a:endParaRPr lang="en-US" sz="2000"/>
          </a:p>
          <a:p>
            <a:r>
              <a:rPr lang="en-US" sz="2000"/>
              <a:t>Current accuracy: </a:t>
            </a:r>
            <a:r>
              <a:rPr lang="en-US" sz="2000" b="1"/>
              <a:t>~41.8%</a:t>
            </a:r>
            <a:r>
              <a:rPr lang="en-US" sz="2000"/>
              <a:t>, macro F1: </a:t>
            </a:r>
            <a:r>
              <a:rPr lang="en-US" sz="2000" b="1"/>
              <a:t>~0.39</a:t>
            </a:r>
            <a:r>
              <a:rPr lang="en-US" sz="2000"/>
              <a:t>.</a:t>
            </a:r>
          </a:p>
          <a:p>
            <a:r>
              <a:rPr lang="en-US" sz="2000"/>
              <a:t>On new data, anticipate similar error rates (~58% misclassifications), mainly between </a:t>
            </a:r>
            <a:r>
              <a:rPr lang="en-US" sz="2000" i="1"/>
              <a:t>Completed</a:t>
            </a:r>
            <a:r>
              <a:rPr lang="en-US" sz="2000"/>
              <a:t> and </a:t>
            </a:r>
            <a:r>
              <a:rPr lang="en-US" sz="2000" i="1"/>
              <a:t>Cancelled</a:t>
            </a:r>
            <a:r>
              <a:rPr lang="en-US" sz="2000"/>
              <a:t>.</a:t>
            </a:r>
          </a:p>
          <a:p>
            <a:r>
              <a:rPr lang="en-US" sz="2000" b="1"/>
              <a:t>For a CEO:</a:t>
            </a:r>
            <a:endParaRPr lang="en-US" sz="2000"/>
          </a:p>
          <a:p>
            <a:r>
              <a:rPr lang="en-US" sz="2000" i="1"/>
              <a:t>“This model acts like a forecast tool. It shows which bookings are reliable, which are at risk, and the revenue we can expect, helping us plan rooms and reduce losses.”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18294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FC55-1082-D565-5FF3-597C508F2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208D07-56B3-7A10-5EB3-B2F91E8DE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7331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6438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Handshake">
            <a:extLst>
              <a:ext uri="{FF2B5EF4-FFF2-40B4-BE49-F238E27FC236}">
                <a16:creationId xmlns:a16="http://schemas.microsoft.com/office/drawing/2014/main" id="{2F76CC5E-FB02-5940-1110-0675535B5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C572-0E8C-F72B-9F5F-74CA3D287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3600" b="1" dirty="0"/>
              <a:t>Thank you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1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994</Words>
  <Application>Microsoft Office PowerPoint</Application>
  <PresentationFormat>Widescreen</PresentationFormat>
  <Paragraphs>167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Predicting Hotel Reservation Outcomes</vt:lpstr>
      <vt:lpstr>Introduction</vt:lpstr>
      <vt:lpstr>Business Problem</vt:lpstr>
      <vt:lpstr>Dataset overview</vt:lpstr>
      <vt:lpstr>Data cleaning </vt:lpstr>
      <vt:lpstr>Feature Engineering </vt:lpstr>
      <vt:lpstr>Exploratory Data Analysis</vt:lpstr>
      <vt:lpstr>Model Selection and Performance </vt:lpstr>
      <vt:lpstr>Approach for model selection</vt:lpstr>
      <vt:lpstr>Hyperparameter tuning</vt:lpstr>
      <vt:lpstr>Model performance </vt:lpstr>
      <vt:lpstr>Criteria for Model Selection</vt:lpstr>
      <vt:lpstr>Best Model</vt:lpstr>
      <vt:lpstr>Applications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Banjara, Sumanjali</dc:creator>
  <cp:lastModifiedBy>Banjara, Sumanjali</cp:lastModifiedBy>
  <cp:revision>12</cp:revision>
  <dcterms:created xsi:type="dcterms:W3CDTF">2025-07-25T09:27:48Z</dcterms:created>
  <dcterms:modified xsi:type="dcterms:W3CDTF">2026-01-30T05:58:58Z</dcterms:modified>
</cp:coreProperties>
</file>